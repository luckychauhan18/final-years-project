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8" r:id="rId3"/>
    <p:sldId id="259" r:id="rId4"/>
    <p:sldId id="260" r:id="rId5"/>
    <p:sldId id="261" r:id="rId6"/>
    <p:sldId id="269" r:id="rId7"/>
    <p:sldId id="270" r:id="rId8"/>
    <p:sldId id="271" r:id="rId9"/>
    <p:sldId id="272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017474" y="-27"/>
            <a:ext cx="10271125" cy="10287635"/>
          </a:xfrm>
          <a:custGeom>
            <a:avLst/>
            <a:gdLst/>
            <a:ahLst/>
            <a:cxnLst/>
            <a:rect l="l" t="t" r="r" b="b"/>
            <a:pathLst>
              <a:path w="10271125" h="10287635">
                <a:moveTo>
                  <a:pt x="10270554" y="0"/>
                </a:moveTo>
                <a:lnTo>
                  <a:pt x="10270524" y="10286999"/>
                </a:lnTo>
                <a:lnTo>
                  <a:pt x="0" y="10287013"/>
                </a:lnTo>
                <a:lnTo>
                  <a:pt x="10270524" y="0"/>
                </a:lnTo>
                <a:close/>
              </a:path>
            </a:pathLst>
          </a:custGeom>
          <a:solidFill>
            <a:srgbClr val="79537D">
              <a:alpha val="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02937" y="-24"/>
            <a:ext cx="6482715" cy="10287000"/>
          </a:xfrm>
          <a:custGeom>
            <a:avLst/>
            <a:gdLst/>
            <a:ahLst/>
            <a:cxnLst/>
            <a:rect l="l" t="t" r="r" b="b"/>
            <a:pathLst>
              <a:path w="6482715" h="10287000">
                <a:moveTo>
                  <a:pt x="6482408" y="0"/>
                </a:moveTo>
                <a:lnTo>
                  <a:pt x="6482408" y="10286999"/>
                </a:lnTo>
                <a:lnTo>
                  <a:pt x="3693303" y="10286998"/>
                </a:lnTo>
                <a:lnTo>
                  <a:pt x="0" y="0"/>
                </a:lnTo>
                <a:lnTo>
                  <a:pt x="64824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829274" y="6767067"/>
            <a:ext cx="12458065" cy="3520440"/>
          </a:xfrm>
          <a:custGeom>
            <a:avLst/>
            <a:gdLst/>
            <a:ahLst/>
            <a:cxnLst/>
            <a:rect l="l" t="t" r="r" b="b"/>
            <a:pathLst>
              <a:path w="12458065" h="3520440">
                <a:moveTo>
                  <a:pt x="12457478" y="0"/>
                </a:moveTo>
                <a:lnTo>
                  <a:pt x="12457478" y="3519907"/>
                </a:lnTo>
                <a:lnTo>
                  <a:pt x="0" y="3519909"/>
                </a:lnTo>
                <a:lnTo>
                  <a:pt x="12453850" y="0"/>
                </a:lnTo>
                <a:lnTo>
                  <a:pt x="12457478" y="0"/>
                </a:lnTo>
                <a:close/>
              </a:path>
            </a:pathLst>
          </a:custGeom>
          <a:solidFill>
            <a:srgbClr val="81CF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97650" y="4040812"/>
            <a:ext cx="595947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5A3DD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06277" y="5852972"/>
            <a:ext cx="9773920" cy="122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5A3DD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5A3DD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5A3DD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57422" y="978600"/>
            <a:ext cx="12173154" cy="157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5A3DD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3182485"/>
            <a:ext cx="7378065" cy="436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783743" y="8817936"/>
            <a:ext cx="713105" cy="442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Roboto Lt"/>
                <a:cs typeface="Roboto Lt"/>
              </a:defRPr>
            </a:lvl1pPr>
          </a:lstStyle>
          <a:p>
            <a:pPr marL="12700">
              <a:lnSpc>
                <a:spcPts val="3254"/>
              </a:lnSpc>
            </a:pPr>
            <a:r>
              <a:rPr spc="-155" dirty="0">
                <a:solidFill>
                  <a:srgbClr val="79537D"/>
                </a:solidFill>
              </a:rPr>
              <a:t>page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602865" y="8806715"/>
            <a:ext cx="500380" cy="50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Roboto Cn"/>
                <a:cs typeface="Roboto Cn"/>
              </a:defRPr>
            </a:lvl1pPr>
          </a:lstStyle>
          <a:p>
            <a:pPr marL="38100">
              <a:lnSpc>
                <a:spcPts val="37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jneeshkumar222/Job-Fronted" TargetMode="External"/><Relationship Id="rId2" Type="http://schemas.openxmlformats.org/officeDocument/2006/relationships/hyperlink" Target="http://job-fronted.vercel.app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D90F69-FF65-D48A-47C4-8BCEA09E7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4300"/>
            <a:ext cx="9982201" cy="10149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31821D-7156-B31F-BB5C-19B2E567C51D}"/>
              </a:ext>
            </a:extLst>
          </p:cNvPr>
          <p:cNvSpPr txBox="1"/>
          <p:nvPr/>
        </p:nvSpPr>
        <p:spPr>
          <a:xfrm>
            <a:off x="9067800" y="2705100"/>
            <a:ext cx="9144000" cy="1531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kern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+mn-cs"/>
              </a:rPr>
              <a:t>Job Finder App : </a:t>
            </a:r>
            <a:r>
              <a:rPr lang="en-US" sz="5400" kern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+mn-cs"/>
              </a:rPr>
              <a:t>Find </a:t>
            </a:r>
          </a:p>
          <a:p>
            <a:pPr marL="0" marR="0" lvl="0" indent="0" algn="ctr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kern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+mn-cs"/>
              </a:rPr>
              <a:t>Dream Job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A1DFAA-F388-3B36-5BD4-A56A8A53EF6D}"/>
              </a:ext>
            </a:extLst>
          </p:cNvPr>
          <p:cNvSpPr txBox="1"/>
          <p:nvPr/>
        </p:nvSpPr>
        <p:spPr>
          <a:xfrm>
            <a:off x="9296400" y="5448300"/>
            <a:ext cx="9144000" cy="466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elasio" pitchFamily="34" charset="0"/>
                <a:ea typeface="Gelasio" pitchFamily="34" charset="-122"/>
                <a:cs typeface="Gelasio" pitchFamily="34" charset="-120"/>
              </a:rPr>
              <a:t>Presented by Lucky Chauhan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89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9067801"/>
            <a:ext cx="14071600" cy="190500"/>
            <a:chOff x="1028700" y="9067801"/>
            <a:chExt cx="14071600" cy="190500"/>
          </a:xfrm>
        </p:grpSpPr>
        <p:sp>
          <p:nvSpPr>
            <p:cNvPr id="3" name="object 3"/>
            <p:cNvSpPr/>
            <p:nvPr/>
          </p:nvSpPr>
          <p:spPr>
            <a:xfrm>
              <a:off x="1028700" y="9067801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40168" y="9067801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451574" y="9067801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0689" y="1535308"/>
            <a:ext cx="7317976" cy="653774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924695" y="1541854"/>
            <a:ext cx="592455" cy="890905"/>
          </a:xfrm>
          <a:custGeom>
            <a:avLst/>
            <a:gdLst/>
            <a:ahLst/>
            <a:cxnLst/>
            <a:rect l="l" t="t" r="r" b="b"/>
            <a:pathLst>
              <a:path w="592455" h="890905">
                <a:moveTo>
                  <a:pt x="77186" y="890749"/>
                </a:moveTo>
                <a:lnTo>
                  <a:pt x="24242" y="873589"/>
                </a:lnTo>
                <a:lnTo>
                  <a:pt x="1746" y="823589"/>
                </a:lnTo>
                <a:lnTo>
                  <a:pt x="285" y="721595"/>
                </a:lnTo>
                <a:lnTo>
                  <a:pt x="0" y="619574"/>
                </a:lnTo>
                <a:lnTo>
                  <a:pt x="815" y="517562"/>
                </a:lnTo>
                <a:lnTo>
                  <a:pt x="1613" y="466572"/>
                </a:lnTo>
                <a:lnTo>
                  <a:pt x="23949" y="418217"/>
                </a:lnTo>
                <a:lnTo>
                  <a:pt x="78005" y="399240"/>
                </a:lnTo>
                <a:lnTo>
                  <a:pt x="118220" y="398488"/>
                </a:lnTo>
                <a:lnTo>
                  <a:pt x="158443" y="398202"/>
                </a:lnTo>
                <a:lnTo>
                  <a:pt x="198663" y="398421"/>
                </a:lnTo>
                <a:lnTo>
                  <a:pt x="238867" y="399182"/>
                </a:lnTo>
                <a:lnTo>
                  <a:pt x="255505" y="398456"/>
                </a:lnTo>
                <a:lnTo>
                  <a:pt x="267214" y="393886"/>
                </a:lnTo>
                <a:lnTo>
                  <a:pt x="274508" y="383387"/>
                </a:lnTo>
                <a:lnTo>
                  <a:pt x="277902" y="364877"/>
                </a:lnTo>
                <a:lnTo>
                  <a:pt x="283313" y="308784"/>
                </a:lnTo>
                <a:lnTo>
                  <a:pt x="291816" y="253093"/>
                </a:lnTo>
                <a:lnTo>
                  <a:pt x="303558" y="197934"/>
                </a:lnTo>
                <a:lnTo>
                  <a:pt x="318689" y="143440"/>
                </a:lnTo>
                <a:lnTo>
                  <a:pt x="340716" y="94730"/>
                </a:lnTo>
                <a:lnTo>
                  <a:pt x="372854" y="54820"/>
                </a:lnTo>
                <a:lnTo>
                  <a:pt x="413463" y="24920"/>
                </a:lnTo>
                <a:lnTo>
                  <a:pt x="460904" y="6243"/>
                </a:lnTo>
                <a:lnTo>
                  <a:pt x="513537" y="0"/>
                </a:lnTo>
                <a:lnTo>
                  <a:pt x="554364" y="6895"/>
                </a:lnTo>
                <a:lnTo>
                  <a:pt x="580904" y="26413"/>
                </a:lnTo>
                <a:lnTo>
                  <a:pt x="592363" y="57790"/>
                </a:lnTo>
                <a:lnTo>
                  <a:pt x="587948" y="100263"/>
                </a:lnTo>
                <a:lnTo>
                  <a:pt x="509327" y="388593"/>
                </a:lnTo>
                <a:lnTo>
                  <a:pt x="490639" y="453595"/>
                </a:lnTo>
                <a:lnTo>
                  <a:pt x="473356" y="497162"/>
                </a:lnTo>
                <a:lnTo>
                  <a:pt x="420346" y="537147"/>
                </a:lnTo>
                <a:lnTo>
                  <a:pt x="373287" y="542140"/>
                </a:lnTo>
                <a:lnTo>
                  <a:pt x="248388" y="543534"/>
                </a:lnTo>
                <a:lnTo>
                  <a:pt x="220129" y="543447"/>
                </a:lnTo>
                <a:lnTo>
                  <a:pt x="191946" y="542241"/>
                </a:lnTo>
                <a:lnTo>
                  <a:pt x="170761" y="542683"/>
                </a:lnTo>
                <a:lnTo>
                  <a:pt x="156369" y="548678"/>
                </a:lnTo>
                <a:lnTo>
                  <a:pt x="148750" y="561954"/>
                </a:lnTo>
                <a:lnTo>
                  <a:pt x="147882" y="584235"/>
                </a:lnTo>
                <a:lnTo>
                  <a:pt x="149459" y="612391"/>
                </a:lnTo>
                <a:lnTo>
                  <a:pt x="149566" y="640685"/>
                </a:lnTo>
                <a:lnTo>
                  <a:pt x="148358" y="697377"/>
                </a:lnTo>
                <a:lnTo>
                  <a:pt x="148720" y="788840"/>
                </a:lnTo>
                <a:lnTo>
                  <a:pt x="147996" y="819296"/>
                </a:lnTo>
                <a:lnTo>
                  <a:pt x="142111" y="849075"/>
                </a:lnTo>
                <a:lnTo>
                  <a:pt x="127686" y="871321"/>
                </a:lnTo>
                <a:lnTo>
                  <a:pt x="105714" y="885417"/>
                </a:lnTo>
                <a:lnTo>
                  <a:pt x="77186" y="890749"/>
                </a:lnTo>
                <a:close/>
              </a:path>
            </a:pathLst>
          </a:custGeom>
          <a:solidFill>
            <a:srgbClr val="0177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893067" y="1205423"/>
            <a:ext cx="1748789" cy="1227455"/>
            <a:chOff x="893067" y="1205423"/>
            <a:chExt cx="1748789" cy="1227455"/>
          </a:xfrm>
        </p:grpSpPr>
        <p:sp>
          <p:nvSpPr>
            <p:cNvPr id="9" name="object 9"/>
            <p:cNvSpPr/>
            <p:nvPr/>
          </p:nvSpPr>
          <p:spPr>
            <a:xfrm>
              <a:off x="893064" y="1463039"/>
              <a:ext cx="1748789" cy="969644"/>
            </a:xfrm>
            <a:custGeom>
              <a:avLst/>
              <a:gdLst/>
              <a:ahLst/>
              <a:cxnLst/>
              <a:rect l="l" t="t" r="r" b="b"/>
              <a:pathLst>
                <a:path w="1748789" h="969644">
                  <a:moveTo>
                    <a:pt x="505841" y="721702"/>
                  </a:moveTo>
                  <a:lnTo>
                    <a:pt x="479348" y="687362"/>
                  </a:lnTo>
                  <a:lnTo>
                    <a:pt x="339966" y="685507"/>
                  </a:lnTo>
                  <a:lnTo>
                    <a:pt x="288798" y="680110"/>
                  </a:lnTo>
                  <a:lnTo>
                    <a:pt x="246265" y="664210"/>
                  </a:lnTo>
                  <a:lnTo>
                    <a:pt x="212102" y="637667"/>
                  </a:lnTo>
                  <a:lnTo>
                    <a:pt x="186042" y="600316"/>
                  </a:lnTo>
                  <a:lnTo>
                    <a:pt x="167817" y="552018"/>
                  </a:lnTo>
                  <a:lnTo>
                    <a:pt x="75438" y="208864"/>
                  </a:lnTo>
                  <a:lnTo>
                    <a:pt x="69075" y="189928"/>
                  </a:lnTo>
                  <a:lnTo>
                    <a:pt x="59677" y="175120"/>
                  </a:lnTo>
                  <a:lnTo>
                    <a:pt x="45821" y="166966"/>
                  </a:lnTo>
                  <a:lnTo>
                    <a:pt x="26060" y="167995"/>
                  </a:lnTo>
                  <a:lnTo>
                    <a:pt x="8547" y="177685"/>
                  </a:lnTo>
                  <a:lnTo>
                    <a:pt x="736" y="192481"/>
                  </a:lnTo>
                  <a:lnTo>
                    <a:pt x="0" y="210388"/>
                  </a:lnTo>
                  <a:lnTo>
                    <a:pt x="3657" y="229438"/>
                  </a:lnTo>
                  <a:lnTo>
                    <a:pt x="70243" y="484035"/>
                  </a:lnTo>
                  <a:lnTo>
                    <a:pt x="84201" y="534771"/>
                  </a:lnTo>
                  <a:lnTo>
                    <a:pt x="98653" y="585368"/>
                  </a:lnTo>
                  <a:lnTo>
                    <a:pt x="118884" y="636333"/>
                  </a:lnTo>
                  <a:lnTo>
                    <a:pt x="147434" y="678891"/>
                  </a:lnTo>
                  <a:lnTo>
                    <a:pt x="184315" y="712825"/>
                  </a:lnTo>
                  <a:lnTo>
                    <a:pt x="229577" y="737908"/>
                  </a:lnTo>
                  <a:lnTo>
                    <a:pt x="283235" y="753935"/>
                  </a:lnTo>
                  <a:lnTo>
                    <a:pt x="334657" y="758329"/>
                  </a:lnTo>
                  <a:lnTo>
                    <a:pt x="359041" y="758469"/>
                  </a:lnTo>
                  <a:lnTo>
                    <a:pt x="382003" y="759333"/>
                  </a:lnTo>
                  <a:lnTo>
                    <a:pt x="461060" y="759409"/>
                  </a:lnTo>
                  <a:lnTo>
                    <a:pt x="478840" y="757021"/>
                  </a:lnTo>
                  <a:lnTo>
                    <a:pt x="492734" y="749693"/>
                  </a:lnTo>
                  <a:lnTo>
                    <a:pt x="501980" y="737806"/>
                  </a:lnTo>
                  <a:lnTo>
                    <a:pt x="505841" y="721702"/>
                  </a:lnTo>
                  <a:close/>
                </a:path>
                <a:path w="1748789" h="969644">
                  <a:moveTo>
                    <a:pt x="716622" y="848067"/>
                  </a:moveTo>
                  <a:lnTo>
                    <a:pt x="716407" y="723900"/>
                  </a:lnTo>
                  <a:lnTo>
                    <a:pt x="716432" y="575754"/>
                  </a:lnTo>
                  <a:lnTo>
                    <a:pt x="711314" y="529526"/>
                  </a:lnTo>
                  <a:lnTo>
                    <a:pt x="694613" y="499300"/>
                  </a:lnTo>
                  <a:lnTo>
                    <a:pt x="663956" y="482752"/>
                  </a:lnTo>
                  <a:lnTo>
                    <a:pt x="617004" y="477608"/>
                  </a:lnTo>
                  <a:lnTo>
                    <a:pt x="547357" y="476846"/>
                  </a:lnTo>
                  <a:lnTo>
                    <a:pt x="512559" y="476999"/>
                  </a:lnTo>
                  <a:lnTo>
                    <a:pt x="477837" y="478294"/>
                  </a:lnTo>
                  <a:lnTo>
                    <a:pt x="458482" y="476973"/>
                  </a:lnTo>
                  <a:lnTo>
                    <a:pt x="446443" y="470090"/>
                  </a:lnTo>
                  <a:lnTo>
                    <a:pt x="440067" y="457466"/>
                  </a:lnTo>
                  <a:lnTo>
                    <a:pt x="437680" y="438873"/>
                  </a:lnTo>
                  <a:lnTo>
                    <a:pt x="433349" y="385775"/>
                  </a:lnTo>
                  <a:lnTo>
                    <a:pt x="425424" y="333197"/>
                  </a:lnTo>
                  <a:lnTo>
                    <a:pt x="414528" y="281139"/>
                  </a:lnTo>
                  <a:lnTo>
                    <a:pt x="401218" y="229628"/>
                  </a:lnTo>
                  <a:lnTo>
                    <a:pt x="383667" y="185559"/>
                  </a:lnTo>
                  <a:lnTo>
                    <a:pt x="358051" y="148107"/>
                  </a:lnTo>
                  <a:lnTo>
                    <a:pt x="325513" y="117995"/>
                  </a:lnTo>
                  <a:lnTo>
                    <a:pt x="287223" y="95935"/>
                  </a:lnTo>
                  <a:lnTo>
                    <a:pt x="244322" y="82651"/>
                  </a:lnTo>
                  <a:lnTo>
                    <a:pt x="197954" y="78841"/>
                  </a:lnTo>
                  <a:lnTo>
                    <a:pt x="160743" y="86080"/>
                  </a:lnTo>
                  <a:lnTo>
                    <a:pt x="135585" y="104775"/>
                  </a:lnTo>
                  <a:lnTo>
                    <a:pt x="123850" y="133527"/>
                  </a:lnTo>
                  <a:lnTo>
                    <a:pt x="126911" y="170954"/>
                  </a:lnTo>
                  <a:lnTo>
                    <a:pt x="151485" y="263093"/>
                  </a:lnTo>
                  <a:lnTo>
                    <a:pt x="226923" y="539026"/>
                  </a:lnTo>
                  <a:lnTo>
                    <a:pt x="242036" y="576097"/>
                  </a:lnTo>
                  <a:lnTo>
                    <a:pt x="294081" y="616458"/>
                  </a:lnTo>
                  <a:lnTo>
                    <a:pt x="332994" y="621487"/>
                  </a:lnTo>
                  <a:lnTo>
                    <a:pt x="430898" y="622503"/>
                  </a:lnTo>
                  <a:lnTo>
                    <a:pt x="479831" y="622249"/>
                  </a:lnTo>
                  <a:lnTo>
                    <a:pt x="528701" y="620763"/>
                  </a:lnTo>
                  <a:lnTo>
                    <a:pt x="549529" y="622173"/>
                  </a:lnTo>
                  <a:lnTo>
                    <a:pt x="561809" y="629208"/>
                  </a:lnTo>
                  <a:lnTo>
                    <a:pt x="567474" y="642429"/>
                  </a:lnTo>
                  <a:lnTo>
                    <a:pt x="568439" y="662432"/>
                  </a:lnTo>
                  <a:lnTo>
                    <a:pt x="567309" y="719035"/>
                  </a:lnTo>
                  <a:lnTo>
                    <a:pt x="567080" y="775665"/>
                  </a:lnTo>
                  <a:lnTo>
                    <a:pt x="567829" y="888961"/>
                  </a:lnTo>
                  <a:lnTo>
                    <a:pt x="586994" y="947661"/>
                  </a:lnTo>
                  <a:lnTo>
                    <a:pt x="639013" y="969479"/>
                  </a:lnTo>
                  <a:lnTo>
                    <a:pt x="670356" y="964488"/>
                  </a:lnTo>
                  <a:lnTo>
                    <a:pt x="694550" y="948766"/>
                  </a:lnTo>
                  <a:lnTo>
                    <a:pt x="710260" y="923391"/>
                  </a:lnTo>
                  <a:lnTo>
                    <a:pt x="716203" y="889457"/>
                  </a:lnTo>
                  <a:lnTo>
                    <a:pt x="716622" y="848067"/>
                  </a:lnTo>
                  <a:close/>
                </a:path>
                <a:path w="1748789" h="969644">
                  <a:moveTo>
                    <a:pt x="1152004" y="171780"/>
                  </a:moveTo>
                  <a:lnTo>
                    <a:pt x="1144168" y="92519"/>
                  </a:lnTo>
                  <a:lnTo>
                    <a:pt x="1124927" y="55041"/>
                  </a:lnTo>
                  <a:lnTo>
                    <a:pt x="1095730" y="26123"/>
                  </a:lnTo>
                  <a:lnTo>
                    <a:pt x="1058138" y="7366"/>
                  </a:lnTo>
                  <a:lnTo>
                    <a:pt x="1013752" y="368"/>
                  </a:lnTo>
                  <a:lnTo>
                    <a:pt x="980071" y="114"/>
                  </a:lnTo>
                  <a:lnTo>
                    <a:pt x="879081" y="266"/>
                  </a:lnTo>
                  <a:lnTo>
                    <a:pt x="771537" y="0"/>
                  </a:lnTo>
                  <a:lnTo>
                    <a:pt x="695617" y="6654"/>
                  </a:lnTo>
                  <a:lnTo>
                    <a:pt x="634492" y="48374"/>
                  </a:lnTo>
                  <a:lnTo>
                    <a:pt x="613460" y="82499"/>
                  </a:lnTo>
                  <a:lnTo>
                    <a:pt x="601472" y="148221"/>
                  </a:lnTo>
                  <a:lnTo>
                    <a:pt x="602551" y="181965"/>
                  </a:lnTo>
                  <a:lnTo>
                    <a:pt x="602843" y="215607"/>
                  </a:lnTo>
                  <a:lnTo>
                    <a:pt x="602462" y="223926"/>
                  </a:lnTo>
                  <a:lnTo>
                    <a:pt x="606386" y="229133"/>
                  </a:lnTo>
                  <a:lnTo>
                    <a:pt x="615391" y="229057"/>
                  </a:lnTo>
                  <a:lnTo>
                    <a:pt x="655167" y="230708"/>
                  </a:lnTo>
                  <a:lnTo>
                    <a:pt x="674560" y="230174"/>
                  </a:lnTo>
                  <a:lnTo>
                    <a:pt x="692658" y="226174"/>
                  </a:lnTo>
                  <a:lnTo>
                    <a:pt x="700366" y="217982"/>
                  </a:lnTo>
                  <a:lnTo>
                    <a:pt x="701395" y="204597"/>
                  </a:lnTo>
                  <a:lnTo>
                    <a:pt x="699820" y="189001"/>
                  </a:lnTo>
                  <a:lnTo>
                    <a:pt x="699744" y="174180"/>
                  </a:lnTo>
                  <a:lnTo>
                    <a:pt x="699947" y="172745"/>
                  </a:lnTo>
                  <a:lnTo>
                    <a:pt x="699135" y="159778"/>
                  </a:lnTo>
                  <a:lnTo>
                    <a:pt x="703910" y="151663"/>
                  </a:lnTo>
                  <a:lnTo>
                    <a:pt x="724369" y="150482"/>
                  </a:lnTo>
                  <a:lnTo>
                    <a:pt x="726160" y="160858"/>
                  </a:lnTo>
                  <a:lnTo>
                    <a:pt x="728446" y="184277"/>
                  </a:lnTo>
                  <a:lnTo>
                    <a:pt x="727303" y="191312"/>
                  </a:lnTo>
                  <a:lnTo>
                    <a:pt x="726744" y="210172"/>
                  </a:lnTo>
                  <a:lnTo>
                    <a:pt x="732536" y="222288"/>
                  </a:lnTo>
                  <a:lnTo>
                    <a:pt x="745045" y="228600"/>
                  </a:lnTo>
                  <a:lnTo>
                    <a:pt x="764628" y="230022"/>
                  </a:lnTo>
                  <a:lnTo>
                    <a:pt x="821067" y="228714"/>
                  </a:lnTo>
                  <a:lnTo>
                    <a:pt x="877544" y="228282"/>
                  </a:lnTo>
                  <a:lnTo>
                    <a:pt x="934008" y="228714"/>
                  </a:lnTo>
                  <a:lnTo>
                    <a:pt x="990473" y="230022"/>
                  </a:lnTo>
                  <a:lnTo>
                    <a:pt x="1010627" y="229069"/>
                  </a:lnTo>
                  <a:lnTo>
                    <a:pt x="1024280" y="223494"/>
                  </a:lnTo>
                  <a:lnTo>
                    <a:pt x="1031227" y="211302"/>
                  </a:lnTo>
                  <a:lnTo>
                    <a:pt x="1031278" y="190550"/>
                  </a:lnTo>
                  <a:lnTo>
                    <a:pt x="1029398" y="178904"/>
                  </a:lnTo>
                  <a:lnTo>
                    <a:pt x="1028738" y="166255"/>
                  </a:lnTo>
                  <a:lnTo>
                    <a:pt x="1032738" y="156273"/>
                  </a:lnTo>
                  <a:lnTo>
                    <a:pt x="1044854" y="152603"/>
                  </a:lnTo>
                  <a:lnTo>
                    <a:pt x="1055776" y="157226"/>
                  </a:lnTo>
                  <a:lnTo>
                    <a:pt x="1059395" y="167652"/>
                  </a:lnTo>
                  <a:lnTo>
                    <a:pt x="1058837" y="180530"/>
                  </a:lnTo>
                  <a:lnTo>
                    <a:pt x="1057160" y="192493"/>
                  </a:lnTo>
                  <a:lnTo>
                    <a:pt x="1057643" y="211975"/>
                  </a:lnTo>
                  <a:lnTo>
                    <a:pt x="1064387" y="223558"/>
                  </a:lnTo>
                  <a:lnTo>
                    <a:pt x="1077264" y="228968"/>
                  </a:lnTo>
                  <a:lnTo>
                    <a:pt x="1096137" y="229908"/>
                  </a:lnTo>
                  <a:lnTo>
                    <a:pt x="1128420" y="228244"/>
                  </a:lnTo>
                  <a:lnTo>
                    <a:pt x="1145006" y="221932"/>
                  </a:lnTo>
                  <a:lnTo>
                    <a:pt x="1151128" y="205092"/>
                  </a:lnTo>
                  <a:lnTo>
                    <a:pt x="1152004" y="171780"/>
                  </a:lnTo>
                  <a:close/>
                </a:path>
                <a:path w="1748789" h="969644">
                  <a:moveTo>
                    <a:pt x="1266139" y="303580"/>
                  </a:moveTo>
                  <a:lnTo>
                    <a:pt x="1265135" y="289318"/>
                  </a:lnTo>
                  <a:lnTo>
                    <a:pt x="1256284" y="279044"/>
                  </a:lnTo>
                  <a:lnTo>
                    <a:pt x="1234186" y="275259"/>
                  </a:lnTo>
                  <a:lnTo>
                    <a:pt x="879589" y="276834"/>
                  </a:lnTo>
                  <a:lnTo>
                    <a:pt x="524992" y="275336"/>
                  </a:lnTo>
                  <a:lnTo>
                    <a:pt x="500468" y="279971"/>
                  </a:lnTo>
                  <a:lnTo>
                    <a:pt x="491591" y="292239"/>
                  </a:lnTo>
                  <a:lnTo>
                    <a:pt x="490994" y="308851"/>
                  </a:lnTo>
                  <a:lnTo>
                    <a:pt x="491248" y="326517"/>
                  </a:lnTo>
                  <a:lnTo>
                    <a:pt x="490334" y="343712"/>
                  </a:lnTo>
                  <a:lnTo>
                    <a:pt x="493610" y="356958"/>
                  </a:lnTo>
                  <a:lnTo>
                    <a:pt x="504151" y="365328"/>
                  </a:lnTo>
                  <a:lnTo>
                    <a:pt x="525030" y="367919"/>
                  </a:lnTo>
                  <a:lnTo>
                    <a:pt x="575970" y="367030"/>
                  </a:lnTo>
                  <a:lnTo>
                    <a:pt x="677900" y="366407"/>
                  </a:lnTo>
                  <a:lnTo>
                    <a:pt x="881786" y="366928"/>
                  </a:lnTo>
                  <a:lnTo>
                    <a:pt x="1083183" y="366331"/>
                  </a:lnTo>
                  <a:lnTo>
                    <a:pt x="1183855" y="366928"/>
                  </a:lnTo>
                  <a:lnTo>
                    <a:pt x="1234186" y="367817"/>
                  </a:lnTo>
                  <a:lnTo>
                    <a:pt x="1257693" y="363575"/>
                  </a:lnTo>
                  <a:lnTo>
                    <a:pt x="1265847" y="351701"/>
                  </a:lnTo>
                  <a:lnTo>
                    <a:pt x="1265796" y="335775"/>
                  </a:lnTo>
                  <a:lnTo>
                    <a:pt x="1264716" y="319379"/>
                  </a:lnTo>
                  <a:lnTo>
                    <a:pt x="1266139" y="303580"/>
                  </a:lnTo>
                  <a:close/>
                </a:path>
                <a:path w="1748789" h="969644">
                  <a:moveTo>
                    <a:pt x="1748409" y="209207"/>
                  </a:moveTo>
                  <a:lnTo>
                    <a:pt x="1747469" y="191706"/>
                  </a:lnTo>
                  <a:lnTo>
                    <a:pt x="1739595" y="177609"/>
                  </a:lnTo>
                  <a:lnTo>
                    <a:pt x="1722602" y="168224"/>
                  </a:lnTo>
                  <a:lnTo>
                    <a:pt x="1702803" y="166916"/>
                  </a:lnTo>
                  <a:lnTo>
                    <a:pt x="1688896" y="174955"/>
                  </a:lnTo>
                  <a:lnTo>
                    <a:pt x="1679473" y="189699"/>
                  </a:lnTo>
                  <a:lnTo>
                    <a:pt x="1673110" y="208521"/>
                  </a:lnTo>
                  <a:lnTo>
                    <a:pt x="1659890" y="258140"/>
                  </a:lnTo>
                  <a:lnTo>
                    <a:pt x="1579257" y="555548"/>
                  </a:lnTo>
                  <a:lnTo>
                    <a:pt x="1560995" y="603072"/>
                  </a:lnTo>
                  <a:lnTo>
                    <a:pt x="1535226" y="639457"/>
                  </a:lnTo>
                  <a:lnTo>
                    <a:pt x="1501559" y="665086"/>
                  </a:lnTo>
                  <a:lnTo>
                    <a:pt x="1459585" y="680300"/>
                  </a:lnTo>
                  <a:lnTo>
                    <a:pt x="1408912" y="685469"/>
                  </a:lnTo>
                  <a:lnTo>
                    <a:pt x="1287145" y="685507"/>
                  </a:lnTo>
                  <a:lnTo>
                    <a:pt x="1269695" y="687184"/>
                  </a:lnTo>
                  <a:lnTo>
                    <a:pt x="1255687" y="693064"/>
                  </a:lnTo>
                  <a:lnTo>
                    <a:pt x="1246619" y="704265"/>
                  </a:lnTo>
                  <a:lnTo>
                    <a:pt x="1243952" y="721855"/>
                  </a:lnTo>
                  <a:lnTo>
                    <a:pt x="1247775" y="738632"/>
                  </a:lnTo>
                  <a:lnTo>
                    <a:pt x="1256893" y="750366"/>
                  </a:lnTo>
                  <a:lnTo>
                    <a:pt x="1270584" y="757224"/>
                  </a:lnTo>
                  <a:lnTo>
                    <a:pt x="1288148" y="759371"/>
                  </a:lnTo>
                  <a:lnTo>
                    <a:pt x="1362100" y="759333"/>
                  </a:lnTo>
                  <a:lnTo>
                    <a:pt x="1409966" y="759333"/>
                  </a:lnTo>
                  <a:lnTo>
                    <a:pt x="1460131" y="755319"/>
                  </a:lnTo>
                  <a:lnTo>
                    <a:pt x="1505762" y="743572"/>
                  </a:lnTo>
                  <a:lnTo>
                    <a:pt x="1546466" y="724306"/>
                  </a:lnTo>
                  <a:lnTo>
                    <a:pt x="1581886" y="697763"/>
                  </a:lnTo>
                  <a:lnTo>
                    <a:pt x="1611642" y="664133"/>
                  </a:lnTo>
                  <a:lnTo>
                    <a:pt x="1635340" y="623646"/>
                  </a:lnTo>
                  <a:lnTo>
                    <a:pt x="1652612" y="576516"/>
                  </a:lnTo>
                  <a:lnTo>
                    <a:pt x="1666125" y="526935"/>
                  </a:lnTo>
                  <a:lnTo>
                    <a:pt x="1744586" y="228790"/>
                  </a:lnTo>
                  <a:lnTo>
                    <a:pt x="1748409" y="209207"/>
                  </a:lnTo>
                  <a:close/>
                </a:path>
              </a:pathLst>
            </a:custGeom>
            <a:solidFill>
              <a:srgbClr val="017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0531" y="1262071"/>
              <a:ext cx="236073" cy="2367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1640" y="1205423"/>
              <a:ext cx="218947" cy="2180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021" y="1261613"/>
              <a:ext cx="237426" cy="23696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105">
              <a:lnSpc>
                <a:spcPts val="3710"/>
              </a:lnSpc>
              <a:spcBef>
                <a:spcPts val="100"/>
              </a:spcBef>
            </a:pPr>
            <a:r>
              <a:rPr spc="-55" dirty="0">
                <a:solidFill>
                  <a:srgbClr val="0177BD"/>
                </a:solidFill>
              </a:rPr>
              <a:t>ABOUT</a:t>
            </a:r>
          </a:p>
          <a:p>
            <a:pPr marL="12700">
              <a:lnSpc>
                <a:spcPts val="8510"/>
              </a:lnSpc>
            </a:pPr>
            <a:r>
              <a:rPr sz="7200" b="1" dirty="0">
                <a:solidFill>
                  <a:srgbClr val="201CBD"/>
                </a:solidFill>
                <a:latin typeface="Roboto Cn"/>
                <a:cs typeface="Roboto Cn"/>
              </a:rPr>
              <a:t>WHO</a:t>
            </a:r>
            <a:r>
              <a:rPr sz="7200" b="1" spc="-15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7200" b="1" spc="75" dirty="0">
                <a:solidFill>
                  <a:srgbClr val="201CBD"/>
                </a:solidFill>
                <a:latin typeface="Roboto Cn"/>
                <a:cs typeface="Roboto Cn"/>
              </a:rPr>
              <a:t>ARE</a:t>
            </a:r>
            <a:r>
              <a:rPr sz="7200" b="1" spc="-10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7200" b="1" dirty="0">
                <a:solidFill>
                  <a:srgbClr val="201CBD"/>
                </a:solidFill>
                <a:latin typeface="Roboto Cn"/>
                <a:cs typeface="Roboto Cn"/>
              </a:rPr>
              <a:t>WE</a:t>
            </a:r>
            <a:r>
              <a:rPr sz="7200" b="1" spc="-10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7200" b="1" spc="-50" dirty="0">
                <a:solidFill>
                  <a:srgbClr val="201CBD"/>
                </a:solidFill>
                <a:latin typeface="Roboto Cn"/>
                <a:cs typeface="Roboto Cn"/>
              </a:rPr>
              <a:t>?</a:t>
            </a:r>
            <a:endParaRPr sz="7200">
              <a:latin typeface="Roboto Cn"/>
              <a:cs typeface="Roboto C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628265" y="8806716"/>
            <a:ext cx="436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10"/>
              </a:lnSpc>
            </a:pPr>
            <a:r>
              <a:rPr sz="3200" b="1" spc="-30" dirty="0">
                <a:latin typeface="Roboto Cn"/>
                <a:cs typeface="Roboto Cn"/>
              </a:rPr>
              <a:t>02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6000" y="2876726"/>
            <a:ext cx="6930390" cy="452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100"/>
              </a:spcBef>
              <a:tabLst>
                <a:tab pos="618490" algn="l"/>
              </a:tabLst>
            </a:pPr>
            <a:r>
              <a:rPr sz="2800" spc="-250" dirty="0">
                <a:latin typeface="Roboto Lt"/>
                <a:cs typeface="Roboto Lt"/>
              </a:rPr>
              <a:t>We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40" dirty="0">
                <a:latin typeface="Roboto Lt"/>
                <a:cs typeface="Roboto Lt"/>
              </a:rPr>
              <a:t>are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70" dirty="0">
                <a:latin typeface="Roboto Lt"/>
                <a:cs typeface="Roboto Lt"/>
              </a:rPr>
              <a:t>five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125" dirty="0">
                <a:latin typeface="Roboto Lt"/>
                <a:cs typeface="Roboto Lt"/>
              </a:rPr>
              <a:t>individual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45" dirty="0">
                <a:latin typeface="Roboto Lt"/>
                <a:cs typeface="Roboto Lt"/>
              </a:rPr>
              <a:t>contributing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150" dirty="0">
                <a:latin typeface="Roboto Lt"/>
                <a:cs typeface="Roboto Lt"/>
              </a:rPr>
              <a:t>together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75" dirty="0">
                <a:latin typeface="Roboto Lt"/>
                <a:cs typeface="Roboto Lt"/>
              </a:rPr>
              <a:t>under </a:t>
            </a:r>
            <a:r>
              <a:rPr sz="2800" spc="-25" dirty="0">
                <a:latin typeface="Roboto Lt"/>
                <a:cs typeface="Roboto Lt"/>
              </a:rPr>
              <a:t>the</a:t>
            </a:r>
            <a:r>
              <a:rPr sz="2800" dirty="0">
                <a:latin typeface="Roboto Lt"/>
                <a:cs typeface="Roboto Lt"/>
              </a:rPr>
              <a:t>	</a:t>
            </a:r>
            <a:r>
              <a:rPr sz="2800" spc="-240" dirty="0">
                <a:latin typeface="Roboto Lt"/>
                <a:cs typeface="Roboto Lt"/>
              </a:rPr>
              <a:t>name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160" dirty="0">
                <a:latin typeface="Roboto Lt"/>
                <a:cs typeface="Roboto Lt"/>
              </a:rPr>
              <a:t>"</a:t>
            </a:r>
            <a:r>
              <a:rPr lang="en-IN" sz="2800" spc="-160" dirty="0">
                <a:latin typeface="Roboto Lt"/>
                <a:cs typeface="Roboto Lt"/>
              </a:rPr>
              <a:t>Dream Job Finder </a:t>
            </a:r>
            <a:r>
              <a:rPr sz="2800" spc="-150" dirty="0">
                <a:latin typeface="Roboto Lt"/>
                <a:cs typeface="Roboto Lt"/>
              </a:rPr>
              <a:t>"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70" dirty="0">
                <a:latin typeface="Roboto Lt"/>
                <a:cs typeface="Roboto Lt"/>
              </a:rPr>
              <a:t>.</a:t>
            </a:r>
            <a:r>
              <a:rPr sz="2800" dirty="0">
                <a:latin typeface="Roboto Lt"/>
                <a:cs typeface="Roboto Lt"/>
              </a:rPr>
              <a:t> </a:t>
            </a:r>
            <a:r>
              <a:rPr sz="2800" spc="-250" dirty="0">
                <a:latin typeface="Roboto Lt"/>
                <a:cs typeface="Roboto Lt"/>
              </a:rPr>
              <a:t>We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140" dirty="0">
                <a:latin typeface="Roboto Lt"/>
                <a:cs typeface="Roboto Lt"/>
              </a:rPr>
              <a:t>are</a:t>
            </a:r>
            <a:r>
              <a:rPr sz="2800" spc="-5" dirty="0">
                <a:latin typeface="Roboto Lt"/>
                <a:cs typeface="Roboto Lt"/>
              </a:rPr>
              <a:t> </a:t>
            </a:r>
            <a:r>
              <a:rPr sz="2800" spc="-10" dirty="0">
                <a:latin typeface="Roboto Lt"/>
                <a:cs typeface="Roboto Lt"/>
              </a:rPr>
              <a:t>highly </a:t>
            </a:r>
            <a:r>
              <a:rPr sz="2800" spc="-165" dirty="0">
                <a:latin typeface="Roboto Lt"/>
                <a:cs typeface="Roboto Lt"/>
              </a:rPr>
              <a:t>motivated</a:t>
            </a:r>
            <a:r>
              <a:rPr sz="2800" dirty="0">
                <a:latin typeface="Roboto Lt"/>
                <a:cs typeface="Roboto Lt"/>
              </a:rPr>
              <a:t> </a:t>
            </a:r>
            <a:r>
              <a:rPr sz="2800" spc="-180" dirty="0">
                <a:latin typeface="Roboto Lt"/>
                <a:cs typeface="Roboto Lt"/>
              </a:rPr>
              <a:t>towards</a:t>
            </a:r>
            <a:r>
              <a:rPr sz="2800" dirty="0">
                <a:latin typeface="Roboto Lt"/>
                <a:cs typeface="Roboto Lt"/>
              </a:rPr>
              <a:t> </a:t>
            </a:r>
            <a:r>
              <a:rPr sz="2800" spc="-204" dirty="0">
                <a:latin typeface="Roboto Lt"/>
                <a:cs typeface="Roboto Lt"/>
              </a:rPr>
              <a:t>team</a:t>
            </a:r>
            <a:r>
              <a:rPr sz="2800" spc="5" dirty="0">
                <a:latin typeface="Roboto Lt"/>
                <a:cs typeface="Roboto Lt"/>
              </a:rPr>
              <a:t> </a:t>
            </a:r>
            <a:r>
              <a:rPr sz="2800" spc="-190" dirty="0">
                <a:latin typeface="Roboto Lt"/>
                <a:cs typeface="Roboto Lt"/>
              </a:rPr>
              <a:t>work</a:t>
            </a:r>
            <a:r>
              <a:rPr sz="2800" dirty="0">
                <a:latin typeface="Roboto Lt"/>
                <a:cs typeface="Roboto Lt"/>
              </a:rPr>
              <a:t> </a:t>
            </a:r>
            <a:r>
              <a:rPr sz="2800" spc="-200" dirty="0">
                <a:latin typeface="Roboto Lt"/>
                <a:cs typeface="Roboto Lt"/>
              </a:rPr>
              <a:t>and</a:t>
            </a:r>
            <a:r>
              <a:rPr sz="2800" dirty="0">
                <a:latin typeface="Roboto Lt"/>
                <a:cs typeface="Roboto Lt"/>
              </a:rPr>
              <a:t> </a:t>
            </a:r>
            <a:r>
              <a:rPr sz="2800" spc="-35" dirty="0">
                <a:latin typeface="Roboto Lt"/>
                <a:cs typeface="Roboto Lt"/>
              </a:rPr>
              <a:t>contributing </a:t>
            </a:r>
            <a:r>
              <a:rPr sz="2800" spc="-95" dirty="0">
                <a:latin typeface="Roboto Lt"/>
                <a:cs typeface="Roboto Lt"/>
              </a:rPr>
              <a:t>for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45" dirty="0">
                <a:latin typeface="Roboto Lt"/>
                <a:cs typeface="Roboto Lt"/>
              </a:rPr>
              <a:t>the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30" dirty="0">
                <a:latin typeface="Roboto Lt"/>
                <a:cs typeface="Roboto Lt"/>
              </a:rPr>
              <a:t>project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235" dirty="0">
                <a:latin typeface="Roboto Lt"/>
                <a:cs typeface="Roboto Lt"/>
              </a:rPr>
              <a:t>we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90" dirty="0">
                <a:latin typeface="Roboto Lt"/>
                <a:cs typeface="Roboto Lt"/>
              </a:rPr>
              <a:t>work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55" dirty="0">
                <a:latin typeface="Roboto Lt"/>
                <a:cs typeface="Roboto Lt"/>
              </a:rPr>
              <a:t>upon.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35" dirty="0">
                <a:latin typeface="Roboto Lt"/>
                <a:cs typeface="Roboto Lt"/>
              </a:rPr>
              <a:t>Apart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80" dirty="0">
                <a:latin typeface="Roboto Lt"/>
                <a:cs typeface="Roboto Lt"/>
              </a:rPr>
              <a:t>from</a:t>
            </a:r>
            <a:r>
              <a:rPr sz="2800" spc="-20" dirty="0">
                <a:latin typeface="Roboto Lt"/>
                <a:cs typeface="Roboto Lt"/>
              </a:rPr>
              <a:t> </a:t>
            </a:r>
            <a:r>
              <a:rPr sz="2800" spc="-10" dirty="0">
                <a:latin typeface="Roboto Lt"/>
                <a:cs typeface="Roboto Lt"/>
              </a:rPr>
              <a:t>being </a:t>
            </a:r>
            <a:r>
              <a:rPr sz="2800" spc="-200" dirty="0">
                <a:latin typeface="Roboto Lt"/>
                <a:cs typeface="Roboto Lt"/>
              </a:rPr>
              <a:t>teammates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235" dirty="0">
                <a:latin typeface="Roboto Lt"/>
                <a:cs typeface="Roboto Lt"/>
              </a:rPr>
              <a:t>we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40" dirty="0">
                <a:latin typeface="Roboto Lt"/>
                <a:cs typeface="Roboto Lt"/>
              </a:rPr>
              <a:t>are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70" dirty="0">
                <a:latin typeface="Roboto Lt"/>
                <a:cs typeface="Roboto Lt"/>
              </a:rPr>
              <a:t>classmates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00" dirty="0">
                <a:latin typeface="Roboto Lt"/>
                <a:cs typeface="Roboto Lt"/>
              </a:rPr>
              <a:t>too,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75" dirty="0">
                <a:latin typeface="Roboto Lt"/>
                <a:cs typeface="Roboto Lt"/>
              </a:rPr>
              <a:t>so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235" dirty="0">
                <a:latin typeface="Roboto Lt"/>
                <a:cs typeface="Roboto Lt"/>
              </a:rPr>
              <a:t>we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65" dirty="0">
                <a:latin typeface="Roboto Lt"/>
                <a:cs typeface="Roboto Lt"/>
              </a:rPr>
              <a:t>share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50" dirty="0">
                <a:latin typeface="Roboto Lt"/>
                <a:cs typeface="Roboto Lt"/>
              </a:rPr>
              <a:t>a </a:t>
            </a:r>
            <a:r>
              <a:rPr sz="2800" spc="-190" dirty="0">
                <a:latin typeface="Roboto Lt"/>
                <a:cs typeface="Roboto Lt"/>
              </a:rPr>
              <a:t>good</a:t>
            </a:r>
            <a:r>
              <a:rPr sz="2800" spc="-20" dirty="0">
                <a:latin typeface="Roboto Lt"/>
                <a:cs typeface="Roboto Lt"/>
              </a:rPr>
              <a:t> </a:t>
            </a:r>
            <a:r>
              <a:rPr sz="2800" spc="-250" dirty="0">
                <a:latin typeface="Roboto Lt"/>
                <a:cs typeface="Roboto Lt"/>
              </a:rPr>
              <a:t>work-</a:t>
            </a:r>
            <a:r>
              <a:rPr sz="2800" spc="-135" dirty="0">
                <a:latin typeface="Roboto Lt"/>
                <a:cs typeface="Roboto Lt"/>
              </a:rPr>
              <a:t>culture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40" dirty="0">
                <a:latin typeface="Roboto Lt"/>
                <a:cs typeface="Roboto Lt"/>
              </a:rPr>
              <a:t>while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70" dirty="0">
                <a:latin typeface="Roboto Lt"/>
                <a:cs typeface="Roboto Lt"/>
              </a:rPr>
              <a:t>working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70" dirty="0">
                <a:latin typeface="Roboto Lt"/>
                <a:cs typeface="Roboto Lt"/>
              </a:rPr>
              <a:t>.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250" dirty="0">
                <a:latin typeface="Roboto Lt"/>
                <a:cs typeface="Roboto Lt"/>
              </a:rPr>
              <a:t>We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40" dirty="0">
                <a:latin typeface="Roboto Lt"/>
                <a:cs typeface="Roboto Lt"/>
              </a:rPr>
              <a:t>are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50" dirty="0">
                <a:latin typeface="Roboto Lt"/>
                <a:cs typeface="Roboto Lt"/>
              </a:rPr>
              <a:t>here</a:t>
            </a:r>
            <a:r>
              <a:rPr sz="2800" spc="-20" dirty="0">
                <a:latin typeface="Roboto Lt"/>
                <a:cs typeface="Roboto Lt"/>
              </a:rPr>
              <a:t> </a:t>
            </a:r>
            <a:r>
              <a:rPr sz="2800" spc="-25" dirty="0">
                <a:latin typeface="Roboto Lt"/>
                <a:cs typeface="Roboto Lt"/>
              </a:rPr>
              <a:t>to </a:t>
            </a:r>
            <a:r>
              <a:rPr sz="2800" spc="-155" dirty="0">
                <a:latin typeface="Roboto Lt"/>
                <a:cs typeface="Roboto Lt"/>
              </a:rPr>
              <a:t>present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50" dirty="0">
                <a:latin typeface="Roboto Lt"/>
                <a:cs typeface="Roboto Lt"/>
              </a:rPr>
              <a:t>ourselves</a:t>
            </a:r>
            <a:r>
              <a:rPr sz="2800" spc="-20" dirty="0">
                <a:latin typeface="Roboto Lt"/>
                <a:cs typeface="Roboto Lt"/>
              </a:rPr>
              <a:t> </a:t>
            </a:r>
            <a:r>
              <a:rPr sz="2800" spc="-170" dirty="0">
                <a:latin typeface="Roboto Lt"/>
                <a:cs typeface="Roboto Lt"/>
              </a:rPr>
              <a:t>as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65" dirty="0">
                <a:latin typeface="Roboto Lt"/>
                <a:cs typeface="Roboto Lt"/>
              </a:rPr>
              <a:t>a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60" dirty="0">
                <a:latin typeface="Roboto Lt"/>
                <a:cs typeface="Roboto Lt"/>
              </a:rPr>
              <a:t>team,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25" dirty="0">
                <a:latin typeface="Roboto Lt"/>
                <a:cs typeface="Roboto Lt"/>
              </a:rPr>
              <a:t>to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45" dirty="0">
                <a:latin typeface="Roboto Lt"/>
                <a:cs typeface="Roboto Lt"/>
              </a:rPr>
              <a:t>step</a:t>
            </a:r>
            <a:r>
              <a:rPr sz="2800" spc="-15" dirty="0">
                <a:latin typeface="Roboto Lt"/>
                <a:cs typeface="Roboto Lt"/>
              </a:rPr>
              <a:t> </a:t>
            </a:r>
            <a:r>
              <a:rPr sz="2800" spc="-10" dirty="0">
                <a:latin typeface="Roboto Lt"/>
                <a:cs typeface="Roboto Lt"/>
              </a:rPr>
              <a:t>ahead </a:t>
            </a:r>
            <a:r>
              <a:rPr sz="2800" spc="-145" dirty="0">
                <a:latin typeface="Roboto Lt"/>
                <a:cs typeface="Roboto Lt"/>
              </a:rPr>
              <a:t>contributing</a:t>
            </a:r>
            <a:r>
              <a:rPr sz="2800" spc="-25" dirty="0">
                <a:latin typeface="Roboto Lt"/>
                <a:cs typeface="Roboto Lt"/>
              </a:rPr>
              <a:t> </a:t>
            </a:r>
            <a:r>
              <a:rPr sz="2800" spc="-125" dirty="0">
                <a:latin typeface="Roboto Lt"/>
                <a:cs typeface="Roboto Lt"/>
              </a:rPr>
              <a:t>to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45" dirty="0">
                <a:latin typeface="Roboto Lt"/>
                <a:cs typeface="Roboto Lt"/>
              </a:rPr>
              <a:t>best</a:t>
            </a:r>
            <a:r>
              <a:rPr sz="2800" spc="-10" dirty="0">
                <a:latin typeface="Roboto Lt"/>
                <a:cs typeface="Roboto Lt"/>
              </a:rPr>
              <a:t> </a:t>
            </a:r>
            <a:r>
              <a:rPr sz="2800" spc="-130" dirty="0">
                <a:latin typeface="Roboto Lt"/>
                <a:cs typeface="Roboto Lt"/>
              </a:rPr>
              <a:t>possible</a:t>
            </a:r>
            <a:r>
              <a:rPr sz="2800" spc="-10" dirty="0">
                <a:latin typeface="Roboto Lt"/>
                <a:cs typeface="Roboto Lt"/>
              </a:rPr>
              <a:t> extent.</a:t>
            </a:r>
            <a:endParaRPr sz="2800" dirty="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8698" y="3467682"/>
            <a:ext cx="15468149" cy="43222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99695">
              <a:lnSpc>
                <a:spcPct val="131900"/>
              </a:lnSpc>
              <a:spcBef>
                <a:spcPts val="95"/>
              </a:spcBef>
            </a:pPr>
            <a:r>
              <a:rPr lang="en-US" sz="3600" b="1" dirty="0"/>
              <a:t>Dream Job Finder</a:t>
            </a:r>
            <a:r>
              <a:rPr lang="en-US" sz="3600" dirty="0"/>
              <a:t> is a career-focused platform that helps students and job seekers reach their goals by offering domain-specific roadmaps, interview prep materials, resume tips, and company-specific insights. It simplifies the job search with easy-to-understand content, skill checklists, and portfolio guidance—empowering users to confidently prepare and land their dream job.</a:t>
            </a:r>
            <a:endParaRPr lang="en-IN" sz="3450" spc="-45" dirty="0">
              <a:latin typeface="Roboto Lt"/>
              <a:cs typeface="Roboto L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0576" y="990586"/>
            <a:ext cx="1781810" cy="1838960"/>
            <a:chOff x="990576" y="990586"/>
            <a:chExt cx="1781810" cy="1838960"/>
          </a:xfrm>
        </p:grpSpPr>
        <p:sp>
          <p:nvSpPr>
            <p:cNvPr id="4" name="object 4"/>
            <p:cNvSpPr/>
            <p:nvPr/>
          </p:nvSpPr>
          <p:spPr>
            <a:xfrm>
              <a:off x="1028699" y="1028709"/>
              <a:ext cx="1704975" cy="1762125"/>
            </a:xfrm>
            <a:custGeom>
              <a:avLst/>
              <a:gdLst/>
              <a:ahLst/>
              <a:cxnLst/>
              <a:rect l="l" t="t" r="r" b="b"/>
              <a:pathLst>
                <a:path w="1704975" h="1762125">
                  <a:moveTo>
                    <a:pt x="238325" y="0"/>
                  </a:moveTo>
                  <a:lnTo>
                    <a:pt x="1466649" y="0"/>
                  </a:lnTo>
                  <a:lnTo>
                    <a:pt x="1513361" y="4619"/>
                  </a:lnTo>
                  <a:lnTo>
                    <a:pt x="1557852" y="18131"/>
                  </a:lnTo>
                  <a:lnTo>
                    <a:pt x="1598872" y="40020"/>
                  </a:lnTo>
                  <a:lnTo>
                    <a:pt x="1635171" y="69766"/>
                  </a:lnTo>
                  <a:lnTo>
                    <a:pt x="1664933" y="106045"/>
                  </a:lnTo>
                  <a:lnTo>
                    <a:pt x="1686833" y="147043"/>
                  </a:lnTo>
                  <a:lnTo>
                    <a:pt x="1700353" y="191510"/>
                  </a:lnTo>
                  <a:lnTo>
                    <a:pt x="1704975" y="238198"/>
                  </a:lnTo>
                  <a:lnTo>
                    <a:pt x="1704975" y="1523908"/>
                  </a:lnTo>
                  <a:lnTo>
                    <a:pt x="1700353" y="1570595"/>
                  </a:lnTo>
                  <a:lnTo>
                    <a:pt x="1686833" y="1615062"/>
                  </a:lnTo>
                  <a:lnTo>
                    <a:pt x="1664933" y="1656060"/>
                  </a:lnTo>
                  <a:lnTo>
                    <a:pt x="1635171" y="1692339"/>
                  </a:lnTo>
                  <a:lnTo>
                    <a:pt x="1598872" y="1722086"/>
                  </a:lnTo>
                  <a:lnTo>
                    <a:pt x="1557852" y="1743974"/>
                  </a:lnTo>
                  <a:lnTo>
                    <a:pt x="1513361" y="1757487"/>
                  </a:lnTo>
                  <a:lnTo>
                    <a:pt x="1466649" y="1762106"/>
                  </a:lnTo>
                  <a:lnTo>
                    <a:pt x="238325" y="1762106"/>
                  </a:lnTo>
                  <a:lnTo>
                    <a:pt x="191613" y="1757487"/>
                  </a:lnTo>
                  <a:lnTo>
                    <a:pt x="147122" y="1743974"/>
                  </a:lnTo>
                  <a:lnTo>
                    <a:pt x="106102" y="1722086"/>
                  </a:lnTo>
                  <a:lnTo>
                    <a:pt x="69803" y="1692339"/>
                  </a:lnTo>
                  <a:lnTo>
                    <a:pt x="40041" y="1656060"/>
                  </a:lnTo>
                  <a:lnTo>
                    <a:pt x="18141" y="1615062"/>
                  </a:lnTo>
                  <a:lnTo>
                    <a:pt x="4621" y="1570595"/>
                  </a:lnTo>
                  <a:lnTo>
                    <a:pt x="0" y="1523908"/>
                  </a:lnTo>
                  <a:lnTo>
                    <a:pt x="0" y="238198"/>
                  </a:lnTo>
                  <a:lnTo>
                    <a:pt x="4621" y="191510"/>
                  </a:lnTo>
                  <a:lnTo>
                    <a:pt x="18141" y="147043"/>
                  </a:lnTo>
                  <a:lnTo>
                    <a:pt x="40041" y="106045"/>
                  </a:lnTo>
                  <a:lnTo>
                    <a:pt x="69803" y="69766"/>
                  </a:lnTo>
                  <a:lnTo>
                    <a:pt x="106102" y="40020"/>
                  </a:lnTo>
                  <a:lnTo>
                    <a:pt x="147122" y="18131"/>
                  </a:lnTo>
                  <a:lnTo>
                    <a:pt x="191613" y="4619"/>
                  </a:lnTo>
                  <a:lnTo>
                    <a:pt x="238325" y="0"/>
                  </a:lnTo>
                </a:path>
              </a:pathLst>
            </a:custGeom>
            <a:ln w="76246">
              <a:solidFill>
                <a:srgbClr val="017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4952" y="1295615"/>
              <a:ext cx="686435" cy="309880"/>
            </a:xfrm>
            <a:custGeom>
              <a:avLst/>
              <a:gdLst/>
              <a:ahLst/>
              <a:cxnLst/>
              <a:rect l="l" t="t" r="r" b="b"/>
              <a:pathLst>
                <a:path w="686435" h="309880">
                  <a:moveTo>
                    <a:pt x="95948" y="290779"/>
                  </a:moveTo>
                  <a:lnTo>
                    <a:pt x="94475" y="283578"/>
                  </a:lnTo>
                  <a:lnTo>
                    <a:pt x="90462" y="277685"/>
                  </a:lnTo>
                  <a:lnTo>
                    <a:pt x="84518" y="273697"/>
                  </a:lnTo>
                  <a:lnTo>
                    <a:pt x="77266" y="272237"/>
                  </a:lnTo>
                  <a:lnTo>
                    <a:pt x="18681" y="272237"/>
                  </a:lnTo>
                  <a:lnTo>
                    <a:pt x="11430" y="273697"/>
                  </a:lnTo>
                  <a:lnTo>
                    <a:pt x="5486" y="277685"/>
                  </a:lnTo>
                  <a:lnTo>
                    <a:pt x="1473" y="283578"/>
                  </a:lnTo>
                  <a:lnTo>
                    <a:pt x="0" y="290779"/>
                  </a:lnTo>
                  <a:lnTo>
                    <a:pt x="1473" y="297980"/>
                  </a:lnTo>
                  <a:lnTo>
                    <a:pt x="5486" y="303885"/>
                  </a:lnTo>
                  <a:lnTo>
                    <a:pt x="11430" y="307873"/>
                  </a:lnTo>
                  <a:lnTo>
                    <a:pt x="18681" y="309333"/>
                  </a:lnTo>
                  <a:lnTo>
                    <a:pt x="77266" y="309333"/>
                  </a:lnTo>
                  <a:lnTo>
                    <a:pt x="84518" y="307873"/>
                  </a:lnTo>
                  <a:lnTo>
                    <a:pt x="90462" y="303885"/>
                  </a:lnTo>
                  <a:lnTo>
                    <a:pt x="94475" y="297980"/>
                  </a:lnTo>
                  <a:lnTo>
                    <a:pt x="95948" y="290779"/>
                  </a:lnTo>
                  <a:close/>
                </a:path>
                <a:path w="686435" h="309880">
                  <a:moveTo>
                    <a:pt x="358406" y="18554"/>
                  </a:moveTo>
                  <a:lnTo>
                    <a:pt x="356933" y="11353"/>
                  </a:lnTo>
                  <a:lnTo>
                    <a:pt x="352920" y="5448"/>
                  </a:lnTo>
                  <a:lnTo>
                    <a:pt x="346976" y="1460"/>
                  </a:lnTo>
                  <a:lnTo>
                    <a:pt x="339712" y="0"/>
                  </a:lnTo>
                  <a:lnTo>
                    <a:pt x="332460" y="1460"/>
                  </a:lnTo>
                  <a:lnTo>
                    <a:pt x="326517" y="5448"/>
                  </a:lnTo>
                  <a:lnTo>
                    <a:pt x="322503" y="11353"/>
                  </a:lnTo>
                  <a:lnTo>
                    <a:pt x="321030" y="18554"/>
                  </a:lnTo>
                  <a:lnTo>
                    <a:pt x="321030" y="76708"/>
                  </a:lnTo>
                  <a:lnTo>
                    <a:pt x="322503" y="83908"/>
                  </a:lnTo>
                  <a:lnTo>
                    <a:pt x="326517" y="89814"/>
                  </a:lnTo>
                  <a:lnTo>
                    <a:pt x="332460" y="93802"/>
                  </a:lnTo>
                  <a:lnTo>
                    <a:pt x="339712" y="95262"/>
                  </a:lnTo>
                  <a:lnTo>
                    <a:pt x="346976" y="93802"/>
                  </a:lnTo>
                  <a:lnTo>
                    <a:pt x="352920" y="89814"/>
                  </a:lnTo>
                  <a:lnTo>
                    <a:pt x="356933" y="83908"/>
                  </a:lnTo>
                  <a:lnTo>
                    <a:pt x="358406" y="76708"/>
                  </a:lnTo>
                  <a:lnTo>
                    <a:pt x="358406" y="18554"/>
                  </a:lnTo>
                  <a:close/>
                </a:path>
                <a:path w="686435" h="309880">
                  <a:moveTo>
                    <a:pt x="686257" y="290779"/>
                  </a:moveTo>
                  <a:lnTo>
                    <a:pt x="684784" y="283578"/>
                  </a:lnTo>
                  <a:lnTo>
                    <a:pt x="680770" y="277685"/>
                  </a:lnTo>
                  <a:lnTo>
                    <a:pt x="674827" y="273697"/>
                  </a:lnTo>
                  <a:lnTo>
                    <a:pt x="667575" y="272237"/>
                  </a:lnTo>
                  <a:lnTo>
                    <a:pt x="608990" y="272237"/>
                  </a:lnTo>
                  <a:lnTo>
                    <a:pt x="601738" y="273697"/>
                  </a:lnTo>
                  <a:lnTo>
                    <a:pt x="595795" y="277685"/>
                  </a:lnTo>
                  <a:lnTo>
                    <a:pt x="591781" y="283578"/>
                  </a:lnTo>
                  <a:lnTo>
                    <a:pt x="590308" y="290779"/>
                  </a:lnTo>
                  <a:lnTo>
                    <a:pt x="591781" y="297980"/>
                  </a:lnTo>
                  <a:lnTo>
                    <a:pt x="595795" y="303885"/>
                  </a:lnTo>
                  <a:lnTo>
                    <a:pt x="601738" y="307873"/>
                  </a:lnTo>
                  <a:lnTo>
                    <a:pt x="608990" y="309333"/>
                  </a:lnTo>
                  <a:lnTo>
                    <a:pt x="667575" y="309333"/>
                  </a:lnTo>
                  <a:lnTo>
                    <a:pt x="674827" y="307873"/>
                  </a:lnTo>
                  <a:lnTo>
                    <a:pt x="680770" y="303885"/>
                  </a:lnTo>
                  <a:lnTo>
                    <a:pt x="684784" y="297980"/>
                  </a:lnTo>
                  <a:lnTo>
                    <a:pt x="686257" y="290779"/>
                  </a:lnTo>
                  <a:close/>
                </a:path>
              </a:pathLst>
            </a:custGeom>
            <a:solidFill>
              <a:srgbClr val="201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5443" y="1392214"/>
              <a:ext cx="78764" cy="782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39443" y="1392214"/>
              <a:ext cx="78764" cy="782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50517" y="1423898"/>
              <a:ext cx="438784" cy="561340"/>
            </a:xfrm>
            <a:custGeom>
              <a:avLst/>
              <a:gdLst/>
              <a:ahLst/>
              <a:cxnLst/>
              <a:rect l="l" t="t" r="r" b="b"/>
              <a:pathLst>
                <a:path w="438785" h="561339">
                  <a:moveTo>
                    <a:pt x="358876" y="542594"/>
                  </a:moveTo>
                  <a:lnTo>
                    <a:pt x="357403" y="535393"/>
                  </a:lnTo>
                  <a:lnTo>
                    <a:pt x="353390" y="529501"/>
                  </a:lnTo>
                  <a:lnTo>
                    <a:pt x="347446" y="525513"/>
                  </a:lnTo>
                  <a:lnTo>
                    <a:pt x="340194" y="524052"/>
                  </a:lnTo>
                  <a:lnTo>
                    <a:pt x="98577" y="524052"/>
                  </a:lnTo>
                  <a:lnTo>
                    <a:pt x="91325" y="525513"/>
                  </a:lnTo>
                  <a:lnTo>
                    <a:pt x="85382" y="529501"/>
                  </a:lnTo>
                  <a:lnTo>
                    <a:pt x="81368" y="535393"/>
                  </a:lnTo>
                  <a:lnTo>
                    <a:pt x="79883" y="542594"/>
                  </a:lnTo>
                  <a:lnTo>
                    <a:pt x="81368" y="549808"/>
                  </a:lnTo>
                  <a:lnTo>
                    <a:pt x="85382" y="555701"/>
                  </a:lnTo>
                  <a:lnTo>
                    <a:pt x="91325" y="559689"/>
                  </a:lnTo>
                  <a:lnTo>
                    <a:pt x="98577" y="561149"/>
                  </a:lnTo>
                  <a:lnTo>
                    <a:pt x="340283" y="561149"/>
                  </a:lnTo>
                  <a:lnTo>
                    <a:pt x="347522" y="559689"/>
                  </a:lnTo>
                  <a:lnTo>
                    <a:pt x="353441" y="555701"/>
                  </a:lnTo>
                  <a:lnTo>
                    <a:pt x="357416" y="549808"/>
                  </a:lnTo>
                  <a:lnTo>
                    <a:pt x="358876" y="542594"/>
                  </a:lnTo>
                  <a:close/>
                </a:path>
                <a:path w="438785" h="561339">
                  <a:moveTo>
                    <a:pt x="438772" y="213702"/>
                  </a:moveTo>
                  <a:lnTo>
                    <a:pt x="432752" y="166712"/>
                  </a:lnTo>
                  <a:lnTo>
                    <a:pt x="417055" y="123240"/>
                  </a:lnTo>
                  <a:lnTo>
                    <a:pt x="401408" y="98183"/>
                  </a:lnTo>
                  <a:lnTo>
                    <a:pt x="401408" y="213702"/>
                  </a:lnTo>
                  <a:lnTo>
                    <a:pt x="401281" y="217322"/>
                  </a:lnTo>
                  <a:lnTo>
                    <a:pt x="399427" y="244868"/>
                  </a:lnTo>
                  <a:lnTo>
                    <a:pt x="392328" y="274243"/>
                  </a:lnTo>
                  <a:lnTo>
                    <a:pt x="380326" y="301980"/>
                  </a:lnTo>
                  <a:lnTo>
                    <a:pt x="345668" y="355142"/>
                  </a:lnTo>
                  <a:lnTo>
                    <a:pt x="332244" y="385559"/>
                  </a:lnTo>
                  <a:lnTo>
                    <a:pt x="332117" y="386016"/>
                  </a:lnTo>
                  <a:lnTo>
                    <a:pt x="323494" y="418249"/>
                  </a:lnTo>
                  <a:lnTo>
                    <a:pt x="323418" y="418934"/>
                  </a:lnTo>
                  <a:lnTo>
                    <a:pt x="319633" y="452539"/>
                  </a:lnTo>
                  <a:lnTo>
                    <a:pt x="119316" y="452539"/>
                  </a:lnTo>
                  <a:lnTo>
                    <a:pt x="115277" y="418934"/>
                  </a:lnTo>
                  <a:lnTo>
                    <a:pt x="106045" y="386016"/>
                  </a:lnTo>
                  <a:lnTo>
                    <a:pt x="91744" y="354203"/>
                  </a:lnTo>
                  <a:lnTo>
                    <a:pt x="72504" y="323888"/>
                  </a:lnTo>
                  <a:lnTo>
                    <a:pt x="57378" y="299567"/>
                  </a:lnTo>
                  <a:lnTo>
                    <a:pt x="46405" y="273456"/>
                  </a:lnTo>
                  <a:lnTo>
                    <a:pt x="39725" y="245922"/>
                  </a:lnTo>
                  <a:lnTo>
                    <a:pt x="39649" y="244868"/>
                  </a:lnTo>
                  <a:lnTo>
                    <a:pt x="37465" y="217322"/>
                  </a:lnTo>
                  <a:lnTo>
                    <a:pt x="52324" y="145516"/>
                  </a:lnTo>
                  <a:lnTo>
                    <a:pt x="94932" y="85610"/>
                  </a:lnTo>
                  <a:lnTo>
                    <a:pt x="157861" y="47180"/>
                  </a:lnTo>
                  <a:lnTo>
                    <a:pt x="231152" y="37007"/>
                  </a:lnTo>
                  <a:lnTo>
                    <a:pt x="276301" y="45631"/>
                  </a:lnTo>
                  <a:lnTo>
                    <a:pt x="316738" y="64719"/>
                  </a:lnTo>
                  <a:lnTo>
                    <a:pt x="350977" y="92697"/>
                  </a:lnTo>
                  <a:lnTo>
                    <a:pt x="377507" y="127990"/>
                  </a:lnTo>
                  <a:lnTo>
                    <a:pt x="394843" y="169024"/>
                  </a:lnTo>
                  <a:lnTo>
                    <a:pt x="401408" y="213702"/>
                  </a:lnTo>
                  <a:lnTo>
                    <a:pt x="401408" y="98183"/>
                  </a:lnTo>
                  <a:lnTo>
                    <a:pt x="392836" y="84455"/>
                  </a:lnTo>
                  <a:lnTo>
                    <a:pt x="361226" y="51549"/>
                  </a:lnTo>
                  <a:lnTo>
                    <a:pt x="339902" y="37007"/>
                  </a:lnTo>
                  <a:lnTo>
                    <a:pt x="323354" y="25717"/>
                  </a:lnTo>
                  <a:lnTo>
                    <a:pt x="280365" y="8140"/>
                  </a:lnTo>
                  <a:lnTo>
                    <a:pt x="233400" y="0"/>
                  </a:lnTo>
                  <a:lnTo>
                    <a:pt x="188201" y="1714"/>
                  </a:lnTo>
                  <a:lnTo>
                    <a:pt x="145084" y="12293"/>
                  </a:lnTo>
                  <a:lnTo>
                    <a:pt x="105079" y="31394"/>
                  </a:lnTo>
                  <a:lnTo>
                    <a:pt x="69240" y="58623"/>
                  </a:lnTo>
                  <a:lnTo>
                    <a:pt x="39852" y="92290"/>
                  </a:lnTo>
                  <a:lnTo>
                    <a:pt x="18122" y="130911"/>
                  </a:lnTo>
                  <a:lnTo>
                    <a:pt x="4635" y="173050"/>
                  </a:lnTo>
                  <a:lnTo>
                    <a:pt x="0" y="217322"/>
                  </a:lnTo>
                  <a:lnTo>
                    <a:pt x="2730" y="251764"/>
                  </a:lnTo>
                  <a:lnTo>
                    <a:pt x="10795" y="284962"/>
                  </a:lnTo>
                  <a:lnTo>
                    <a:pt x="24053" y="316445"/>
                  </a:lnTo>
                  <a:lnTo>
                    <a:pt x="42329" y="345782"/>
                  </a:lnTo>
                  <a:lnTo>
                    <a:pt x="59486" y="372999"/>
                  </a:lnTo>
                  <a:lnTo>
                    <a:pt x="71920" y="401535"/>
                  </a:lnTo>
                  <a:lnTo>
                    <a:pt x="79489" y="430987"/>
                  </a:lnTo>
                  <a:lnTo>
                    <a:pt x="82042" y="460971"/>
                  </a:lnTo>
                  <a:lnTo>
                    <a:pt x="82042" y="471093"/>
                  </a:lnTo>
                  <a:lnTo>
                    <a:pt x="83515" y="478294"/>
                  </a:lnTo>
                  <a:lnTo>
                    <a:pt x="87528" y="484187"/>
                  </a:lnTo>
                  <a:lnTo>
                    <a:pt x="93472" y="488175"/>
                  </a:lnTo>
                  <a:lnTo>
                    <a:pt x="100723" y="489635"/>
                  </a:lnTo>
                  <a:lnTo>
                    <a:pt x="338048" y="489635"/>
                  </a:lnTo>
                  <a:lnTo>
                    <a:pt x="356857" y="460971"/>
                  </a:lnTo>
                  <a:lnTo>
                    <a:pt x="357517" y="452539"/>
                  </a:lnTo>
                  <a:lnTo>
                    <a:pt x="366229" y="401535"/>
                  </a:lnTo>
                  <a:lnTo>
                    <a:pt x="393077" y="350418"/>
                  </a:lnTo>
                  <a:lnTo>
                    <a:pt x="413308" y="319455"/>
                  </a:lnTo>
                  <a:lnTo>
                    <a:pt x="427761" y="286029"/>
                  </a:lnTo>
                  <a:lnTo>
                    <a:pt x="436308" y="250609"/>
                  </a:lnTo>
                  <a:lnTo>
                    <a:pt x="438772" y="213702"/>
                  </a:lnTo>
                  <a:close/>
                </a:path>
              </a:pathLst>
            </a:custGeom>
            <a:solidFill>
              <a:srgbClr val="201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554" y="2014167"/>
              <a:ext cx="214616" cy="13931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61339" y="1622565"/>
              <a:ext cx="217804" cy="291465"/>
            </a:xfrm>
            <a:custGeom>
              <a:avLst/>
              <a:gdLst/>
              <a:ahLst/>
              <a:cxnLst/>
              <a:rect l="l" t="t" r="r" b="b"/>
              <a:pathLst>
                <a:path w="217805" h="291464">
                  <a:moveTo>
                    <a:pt x="104264" y="67802"/>
                  </a:moveTo>
                  <a:lnTo>
                    <a:pt x="62226" y="67802"/>
                  </a:lnTo>
                  <a:lnTo>
                    <a:pt x="92031" y="10110"/>
                  </a:lnTo>
                  <a:lnTo>
                    <a:pt x="95208" y="3895"/>
                  </a:lnTo>
                  <a:lnTo>
                    <a:pt x="101655" y="0"/>
                  </a:lnTo>
                  <a:lnTo>
                    <a:pt x="115670" y="0"/>
                  </a:lnTo>
                  <a:lnTo>
                    <a:pt x="122117" y="3895"/>
                  </a:lnTo>
                  <a:lnTo>
                    <a:pt x="125293" y="10110"/>
                  </a:lnTo>
                  <a:lnTo>
                    <a:pt x="150690" y="59268"/>
                  </a:lnTo>
                  <a:lnTo>
                    <a:pt x="108662" y="59268"/>
                  </a:lnTo>
                  <a:lnTo>
                    <a:pt x="104264" y="67802"/>
                  </a:lnTo>
                  <a:close/>
                </a:path>
                <a:path w="217805" h="291464">
                  <a:moveTo>
                    <a:pt x="153137" y="290965"/>
                  </a:moveTo>
                  <a:lnTo>
                    <a:pt x="64095" y="290965"/>
                  </a:lnTo>
                  <a:lnTo>
                    <a:pt x="56620" y="285214"/>
                  </a:lnTo>
                  <a:lnTo>
                    <a:pt x="54565" y="276959"/>
                  </a:lnTo>
                  <a:lnTo>
                    <a:pt x="1868" y="68636"/>
                  </a:lnTo>
                  <a:lnTo>
                    <a:pt x="0" y="61309"/>
                  </a:lnTo>
                  <a:lnTo>
                    <a:pt x="2803" y="53611"/>
                  </a:lnTo>
                  <a:lnTo>
                    <a:pt x="14949" y="44706"/>
                  </a:lnTo>
                  <a:lnTo>
                    <a:pt x="23171" y="44335"/>
                  </a:lnTo>
                  <a:lnTo>
                    <a:pt x="62226" y="67802"/>
                  </a:lnTo>
                  <a:lnTo>
                    <a:pt x="104264" y="67802"/>
                  </a:lnTo>
                  <a:lnTo>
                    <a:pt x="85908" y="103419"/>
                  </a:lnTo>
                  <a:lnTo>
                    <a:pt x="49239" y="103419"/>
                  </a:lnTo>
                  <a:lnTo>
                    <a:pt x="87266" y="253864"/>
                  </a:lnTo>
                  <a:lnTo>
                    <a:pt x="168602" y="253864"/>
                  </a:lnTo>
                  <a:lnTo>
                    <a:pt x="162760" y="276959"/>
                  </a:lnTo>
                  <a:lnTo>
                    <a:pt x="160611" y="285214"/>
                  </a:lnTo>
                  <a:lnTo>
                    <a:pt x="153137" y="290965"/>
                  </a:lnTo>
                  <a:close/>
                </a:path>
                <a:path w="217805" h="291464">
                  <a:moveTo>
                    <a:pt x="215669" y="67802"/>
                  </a:moveTo>
                  <a:lnTo>
                    <a:pt x="155099" y="67802"/>
                  </a:lnTo>
                  <a:lnTo>
                    <a:pt x="194060" y="44335"/>
                  </a:lnTo>
                  <a:lnTo>
                    <a:pt x="202282" y="44706"/>
                  </a:lnTo>
                  <a:lnTo>
                    <a:pt x="208449" y="49158"/>
                  </a:lnTo>
                  <a:lnTo>
                    <a:pt x="214522" y="53611"/>
                  </a:lnTo>
                  <a:lnTo>
                    <a:pt x="217325" y="61309"/>
                  </a:lnTo>
                  <a:lnTo>
                    <a:pt x="215669" y="67802"/>
                  </a:lnTo>
                  <a:close/>
                </a:path>
                <a:path w="217805" h="291464">
                  <a:moveTo>
                    <a:pt x="147531" y="113343"/>
                  </a:moveTo>
                  <a:lnTo>
                    <a:pt x="137627" y="110561"/>
                  </a:lnTo>
                  <a:lnTo>
                    <a:pt x="133422" y="107129"/>
                  </a:lnTo>
                  <a:lnTo>
                    <a:pt x="130993" y="102584"/>
                  </a:lnTo>
                  <a:lnTo>
                    <a:pt x="108662" y="59268"/>
                  </a:lnTo>
                  <a:lnTo>
                    <a:pt x="150690" y="59268"/>
                  </a:lnTo>
                  <a:lnTo>
                    <a:pt x="155099" y="67802"/>
                  </a:lnTo>
                  <a:lnTo>
                    <a:pt x="215669" y="67802"/>
                  </a:lnTo>
                  <a:lnTo>
                    <a:pt x="206658" y="103419"/>
                  </a:lnTo>
                  <a:lnTo>
                    <a:pt x="168086" y="103419"/>
                  </a:lnTo>
                  <a:lnTo>
                    <a:pt x="152856" y="112601"/>
                  </a:lnTo>
                  <a:lnTo>
                    <a:pt x="147531" y="113343"/>
                  </a:lnTo>
                  <a:close/>
                </a:path>
                <a:path w="217805" h="291464">
                  <a:moveTo>
                    <a:pt x="69794" y="113343"/>
                  </a:moveTo>
                  <a:lnTo>
                    <a:pt x="64375" y="112601"/>
                  </a:lnTo>
                  <a:lnTo>
                    <a:pt x="49239" y="103419"/>
                  </a:lnTo>
                  <a:lnTo>
                    <a:pt x="85908" y="103419"/>
                  </a:lnTo>
                  <a:lnTo>
                    <a:pt x="83996" y="107129"/>
                  </a:lnTo>
                  <a:lnTo>
                    <a:pt x="79792" y="110561"/>
                  </a:lnTo>
                  <a:lnTo>
                    <a:pt x="69794" y="113343"/>
                  </a:lnTo>
                  <a:close/>
                </a:path>
                <a:path w="217805" h="291464">
                  <a:moveTo>
                    <a:pt x="168602" y="253864"/>
                  </a:moveTo>
                  <a:lnTo>
                    <a:pt x="130059" y="253864"/>
                  </a:lnTo>
                  <a:lnTo>
                    <a:pt x="168086" y="103419"/>
                  </a:lnTo>
                  <a:lnTo>
                    <a:pt x="206658" y="103419"/>
                  </a:lnTo>
                  <a:lnTo>
                    <a:pt x="168602" y="253864"/>
                  </a:lnTo>
                  <a:close/>
                </a:path>
              </a:pathLst>
            </a:custGeom>
            <a:solidFill>
              <a:srgbClr val="201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44434" y="2282343"/>
            <a:ext cx="6724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b="1" spc="-10" dirty="0">
                <a:latin typeface="Roboto Cn"/>
                <a:cs typeface="Roboto Cn"/>
              </a:rPr>
              <a:t>DEFINE</a:t>
            </a:r>
            <a:endParaRPr sz="1750">
              <a:latin typeface="Roboto Cn"/>
              <a:cs typeface="Roboto C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057422" y="1742795"/>
            <a:ext cx="739350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000" dirty="0">
                <a:latin typeface="Roboto Cn"/>
                <a:cs typeface="Roboto Cn"/>
              </a:rPr>
              <a:t>Dream job finder</a:t>
            </a:r>
            <a:endParaRPr sz="4000" dirty="0">
              <a:latin typeface="Roboto Cn"/>
              <a:cs typeface="Roboto C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9927" y="820928"/>
            <a:ext cx="5228274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dirty="0">
                <a:solidFill>
                  <a:srgbClr val="0177BD"/>
                </a:solidFill>
                <a:latin typeface="Roboto Cn"/>
                <a:cs typeface="Roboto Cn"/>
              </a:rPr>
              <a:t>ABOUT</a:t>
            </a:r>
            <a:r>
              <a:rPr sz="3400" b="1" spc="170" dirty="0">
                <a:solidFill>
                  <a:srgbClr val="0177BD"/>
                </a:solidFill>
                <a:latin typeface="Roboto Cn"/>
                <a:cs typeface="Roboto Cn"/>
              </a:rPr>
              <a:t> </a:t>
            </a:r>
            <a:r>
              <a:rPr lang="en-IN" sz="3400" b="1" spc="-25" dirty="0">
                <a:solidFill>
                  <a:srgbClr val="0177BD"/>
                </a:solidFill>
                <a:latin typeface="Roboto Cn"/>
                <a:cs typeface="Roboto Cn"/>
              </a:rPr>
              <a:t>OUR PROJECT</a:t>
            </a:r>
            <a:endParaRPr sz="3400" dirty="0">
              <a:latin typeface="Roboto Cn"/>
              <a:cs typeface="Roboto C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8700" y="9067800"/>
            <a:ext cx="14071600" cy="190500"/>
            <a:chOff x="1028700" y="9067800"/>
            <a:chExt cx="14071600" cy="190500"/>
          </a:xfrm>
        </p:grpSpPr>
        <p:sp>
          <p:nvSpPr>
            <p:cNvPr id="16" name="object 16"/>
            <p:cNvSpPr/>
            <p:nvPr/>
          </p:nvSpPr>
          <p:spPr>
            <a:xfrm>
              <a:off x="1028700" y="9067800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40168" y="9067800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451574" y="9067800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6628265" y="8806715"/>
            <a:ext cx="436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10"/>
              </a:lnSpc>
            </a:pPr>
            <a:r>
              <a:rPr sz="3200" b="1" spc="-30" dirty="0">
                <a:latin typeface="Roboto Cn"/>
                <a:cs typeface="Roboto Cn"/>
              </a:rPr>
              <a:t>03</a:t>
            </a:r>
            <a:endParaRPr sz="32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1023" y="1006306"/>
            <a:ext cx="1629410" cy="1676400"/>
            <a:chOff x="981023" y="1006306"/>
            <a:chExt cx="1629410" cy="1676400"/>
          </a:xfrm>
        </p:grpSpPr>
        <p:sp>
          <p:nvSpPr>
            <p:cNvPr id="3" name="object 3"/>
            <p:cNvSpPr/>
            <p:nvPr/>
          </p:nvSpPr>
          <p:spPr>
            <a:xfrm>
              <a:off x="1028699" y="1053982"/>
              <a:ext cx="1533525" cy="1581150"/>
            </a:xfrm>
            <a:custGeom>
              <a:avLst/>
              <a:gdLst/>
              <a:ahLst/>
              <a:cxnLst/>
              <a:rect l="l" t="t" r="r" b="b"/>
              <a:pathLst>
                <a:path w="1533525" h="1581150">
                  <a:moveTo>
                    <a:pt x="238705" y="0"/>
                  </a:moveTo>
                  <a:lnTo>
                    <a:pt x="1294819" y="0"/>
                  </a:lnTo>
                  <a:lnTo>
                    <a:pt x="1341606" y="4615"/>
                  </a:lnTo>
                  <a:lnTo>
                    <a:pt x="1386168" y="18115"/>
                  </a:lnTo>
                  <a:lnTo>
                    <a:pt x="1427253" y="39985"/>
                  </a:lnTo>
                  <a:lnTo>
                    <a:pt x="1463609" y="69705"/>
                  </a:lnTo>
                  <a:lnTo>
                    <a:pt x="1493419" y="105953"/>
                  </a:lnTo>
                  <a:lnTo>
                    <a:pt x="1515354" y="146915"/>
                  </a:lnTo>
                  <a:lnTo>
                    <a:pt x="1528895" y="191344"/>
                  </a:lnTo>
                  <a:lnTo>
                    <a:pt x="1533524" y="237990"/>
                  </a:lnTo>
                  <a:lnTo>
                    <a:pt x="1533524" y="1343023"/>
                  </a:lnTo>
                  <a:lnTo>
                    <a:pt x="1528895" y="1389670"/>
                  </a:lnTo>
                  <a:lnTo>
                    <a:pt x="1515354" y="1434098"/>
                  </a:lnTo>
                  <a:lnTo>
                    <a:pt x="1493419" y="1475061"/>
                  </a:lnTo>
                  <a:lnTo>
                    <a:pt x="1463609" y="1511308"/>
                  </a:lnTo>
                  <a:lnTo>
                    <a:pt x="1427253" y="1541029"/>
                  </a:lnTo>
                  <a:lnTo>
                    <a:pt x="1386168" y="1562898"/>
                  </a:lnTo>
                  <a:lnTo>
                    <a:pt x="1341606" y="1576399"/>
                  </a:lnTo>
                  <a:lnTo>
                    <a:pt x="1294819" y="1581014"/>
                  </a:lnTo>
                  <a:lnTo>
                    <a:pt x="238705" y="1581014"/>
                  </a:lnTo>
                  <a:lnTo>
                    <a:pt x="191918" y="1576399"/>
                  </a:lnTo>
                  <a:lnTo>
                    <a:pt x="147356" y="1562898"/>
                  </a:lnTo>
                  <a:lnTo>
                    <a:pt x="106271" y="1541029"/>
                  </a:lnTo>
                  <a:lnTo>
                    <a:pt x="69914" y="1511308"/>
                  </a:lnTo>
                  <a:lnTo>
                    <a:pt x="40105" y="1475061"/>
                  </a:lnTo>
                  <a:lnTo>
                    <a:pt x="18170" y="1434098"/>
                  </a:lnTo>
                  <a:lnTo>
                    <a:pt x="4629" y="1389670"/>
                  </a:lnTo>
                  <a:lnTo>
                    <a:pt x="0" y="1343023"/>
                  </a:lnTo>
                  <a:lnTo>
                    <a:pt x="0" y="237990"/>
                  </a:lnTo>
                  <a:lnTo>
                    <a:pt x="4629" y="191344"/>
                  </a:lnTo>
                  <a:lnTo>
                    <a:pt x="18170" y="146915"/>
                  </a:lnTo>
                  <a:lnTo>
                    <a:pt x="40105" y="105953"/>
                  </a:lnTo>
                  <a:lnTo>
                    <a:pt x="69915" y="69705"/>
                  </a:lnTo>
                  <a:lnTo>
                    <a:pt x="106271" y="39985"/>
                  </a:lnTo>
                  <a:lnTo>
                    <a:pt x="147356" y="18115"/>
                  </a:lnTo>
                  <a:lnTo>
                    <a:pt x="191918" y="4615"/>
                  </a:lnTo>
                  <a:lnTo>
                    <a:pt x="238705" y="0"/>
                  </a:lnTo>
                </a:path>
              </a:pathLst>
            </a:custGeom>
            <a:ln w="95352">
              <a:solidFill>
                <a:srgbClr val="017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2855" y="1406690"/>
              <a:ext cx="577215" cy="577850"/>
            </a:xfrm>
            <a:custGeom>
              <a:avLst/>
              <a:gdLst/>
              <a:ahLst/>
              <a:cxnLst/>
              <a:rect l="l" t="t" r="r" b="b"/>
              <a:pathLst>
                <a:path w="577214" h="577850">
                  <a:moveTo>
                    <a:pt x="234953" y="469906"/>
                  </a:moveTo>
                  <a:lnTo>
                    <a:pt x="187626" y="465129"/>
                  </a:lnTo>
                  <a:lnTo>
                    <a:pt x="143534" y="451430"/>
                  </a:lnTo>
                  <a:lnTo>
                    <a:pt x="103626" y="429757"/>
                  </a:lnTo>
                  <a:lnTo>
                    <a:pt x="68848" y="401058"/>
                  </a:lnTo>
                  <a:lnTo>
                    <a:pt x="40148" y="366280"/>
                  </a:lnTo>
                  <a:lnTo>
                    <a:pt x="18475" y="326371"/>
                  </a:lnTo>
                  <a:lnTo>
                    <a:pt x="4776" y="282280"/>
                  </a:lnTo>
                  <a:lnTo>
                    <a:pt x="0" y="234953"/>
                  </a:lnTo>
                  <a:lnTo>
                    <a:pt x="4776" y="187626"/>
                  </a:lnTo>
                  <a:lnTo>
                    <a:pt x="18475" y="143534"/>
                  </a:lnTo>
                  <a:lnTo>
                    <a:pt x="40148" y="103626"/>
                  </a:lnTo>
                  <a:lnTo>
                    <a:pt x="68848" y="68848"/>
                  </a:lnTo>
                  <a:lnTo>
                    <a:pt x="103626" y="40148"/>
                  </a:lnTo>
                  <a:lnTo>
                    <a:pt x="143534" y="18475"/>
                  </a:lnTo>
                  <a:lnTo>
                    <a:pt x="187626" y="4776"/>
                  </a:lnTo>
                  <a:lnTo>
                    <a:pt x="234953" y="0"/>
                  </a:lnTo>
                  <a:lnTo>
                    <a:pt x="282280" y="4776"/>
                  </a:lnTo>
                  <a:lnTo>
                    <a:pt x="326371" y="18475"/>
                  </a:lnTo>
                  <a:lnTo>
                    <a:pt x="366280" y="40148"/>
                  </a:lnTo>
                  <a:lnTo>
                    <a:pt x="401058" y="68848"/>
                  </a:lnTo>
                  <a:lnTo>
                    <a:pt x="403836" y="72214"/>
                  </a:lnTo>
                  <a:lnTo>
                    <a:pt x="234953" y="72214"/>
                  </a:lnTo>
                  <a:lnTo>
                    <a:pt x="191711" y="78031"/>
                  </a:lnTo>
                  <a:lnTo>
                    <a:pt x="152842" y="94446"/>
                  </a:lnTo>
                  <a:lnTo>
                    <a:pt x="119901" y="119901"/>
                  </a:lnTo>
                  <a:lnTo>
                    <a:pt x="94446" y="152842"/>
                  </a:lnTo>
                  <a:lnTo>
                    <a:pt x="78031" y="191711"/>
                  </a:lnTo>
                  <a:lnTo>
                    <a:pt x="72214" y="234953"/>
                  </a:lnTo>
                  <a:lnTo>
                    <a:pt x="78031" y="278195"/>
                  </a:lnTo>
                  <a:lnTo>
                    <a:pt x="94446" y="317065"/>
                  </a:lnTo>
                  <a:lnTo>
                    <a:pt x="119901" y="350006"/>
                  </a:lnTo>
                  <a:lnTo>
                    <a:pt x="152842" y="375463"/>
                  </a:lnTo>
                  <a:lnTo>
                    <a:pt x="191711" y="391878"/>
                  </a:lnTo>
                  <a:lnTo>
                    <a:pt x="234953" y="397696"/>
                  </a:lnTo>
                  <a:lnTo>
                    <a:pt x="448195" y="397696"/>
                  </a:lnTo>
                  <a:lnTo>
                    <a:pt x="475380" y="424871"/>
                  </a:lnTo>
                  <a:lnTo>
                    <a:pt x="373238" y="424871"/>
                  </a:lnTo>
                  <a:lnTo>
                    <a:pt x="342525" y="443855"/>
                  </a:lnTo>
                  <a:lnTo>
                    <a:pt x="308921" y="458008"/>
                  </a:lnTo>
                  <a:lnTo>
                    <a:pt x="272904" y="466852"/>
                  </a:lnTo>
                  <a:lnTo>
                    <a:pt x="234953" y="469906"/>
                  </a:lnTo>
                  <a:close/>
                </a:path>
                <a:path w="577214" h="577850">
                  <a:moveTo>
                    <a:pt x="448195" y="397696"/>
                  </a:moveTo>
                  <a:lnTo>
                    <a:pt x="234953" y="397696"/>
                  </a:lnTo>
                  <a:lnTo>
                    <a:pt x="278195" y="391878"/>
                  </a:lnTo>
                  <a:lnTo>
                    <a:pt x="317065" y="375463"/>
                  </a:lnTo>
                  <a:lnTo>
                    <a:pt x="350006" y="350006"/>
                  </a:lnTo>
                  <a:lnTo>
                    <a:pt x="375463" y="317065"/>
                  </a:lnTo>
                  <a:lnTo>
                    <a:pt x="391878" y="278195"/>
                  </a:lnTo>
                  <a:lnTo>
                    <a:pt x="397696" y="234953"/>
                  </a:lnTo>
                  <a:lnTo>
                    <a:pt x="391878" y="191711"/>
                  </a:lnTo>
                  <a:lnTo>
                    <a:pt x="375463" y="152842"/>
                  </a:lnTo>
                  <a:lnTo>
                    <a:pt x="350006" y="119901"/>
                  </a:lnTo>
                  <a:lnTo>
                    <a:pt x="317065" y="94446"/>
                  </a:lnTo>
                  <a:lnTo>
                    <a:pt x="278195" y="78031"/>
                  </a:lnTo>
                  <a:lnTo>
                    <a:pt x="234953" y="72214"/>
                  </a:lnTo>
                  <a:lnTo>
                    <a:pt x="403836" y="72214"/>
                  </a:lnTo>
                  <a:lnTo>
                    <a:pt x="429757" y="103626"/>
                  </a:lnTo>
                  <a:lnTo>
                    <a:pt x="451430" y="143534"/>
                  </a:lnTo>
                  <a:lnTo>
                    <a:pt x="465129" y="187626"/>
                  </a:lnTo>
                  <a:lnTo>
                    <a:pt x="469906" y="234953"/>
                  </a:lnTo>
                  <a:lnTo>
                    <a:pt x="466817" y="273118"/>
                  </a:lnTo>
                  <a:lnTo>
                    <a:pt x="457875" y="309323"/>
                  </a:lnTo>
                  <a:lnTo>
                    <a:pt x="443568" y="343079"/>
                  </a:lnTo>
                  <a:lnTo>
                    <a:pt x="424386" y="373896"/>
                  </a:lnTo>
                  <a:lnTo>
                    <a:pt x="448195" y="397696"/>
                  </a:lnTo>
                  <a:close/>
                </a:path>
                <a:path w="577214" h="577850">
                  <a:moveTo>
                    <a:pt x="541078" y="577695"/>
                  </a:moveTo>
                  <a:lnTo>
                    <a:pt x="527482" y="575051"/>
                  </a:lnTo>
                  <a:lnTo>
                    <a:pt x="515539" y="567125"/>
                  </a:lnTo>
                  <a:lnTo>
                    <a:pt x="373238" y="424871"/>
                  </a:lnTo>
                  <a:lnTo>
                    <a:pt x="475380" y="424871"/>
                  </a:lnTo>
                  <a:lnTo>
                    <a:pt x="566601" y="516059"/>
                  </a:lnTo>
                  <a:lnTo>
                    <a:pt x="574527" y="528000"/>
                  </a:lnTo>
                  <a:lnTo>
                    <a:pt x="577171" y="541590"/>
                  </a:lnTo>
                  <a:lnTo>
                    <a:pt x="574532" y="555181"/>
                  </a:lnTo>
                  <a:lnTo>
                    <a:pt x="566609" y="567125"/>
                  </a:lnTo>
                  <a:lnTo>
                    <a:pt x="554668" y="575051"/>
                  </a:lnTo>
                  <a:lnTo>
                    <a:pt x="541078" y="577695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57572" y="914400"/>
            <a:ext cx="5649189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65" dirty="0">
                <a:solidFill>
                  <a:srgbClr val="201CBD"/>
                </a:solidFill>
                <a:latin typeface="Roboto Cn"/>
                <a:cs typeface="Roboto Cn"/>
              </a:rPr>
              <a:t>THIS</a:t>
            </a:r>
            <a:r>
              <a:rPr sz="7200" b="1" spc="75" dirty="0">
                <a:solidFill>
                  <a:srgbClr val="201CBD"/>
                </a:solidFill>
                <a:latin typeface="Roboto Cn"/>
                <a:cs typeface="Roboto Cn"/>
              </a:rPr>
              <a:t> PROJECT</a:t>
            </a:r>
            <a:r>
              <a:rPr sz="7200" b="1" spc="80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7200" b="1" spc="-50" dirty="0">
                <a:solidFill>
                  <a:srgbClr val="201CBD"/>
                </a:solidFill>
                <a:latin typeface="Roboto Cn"/>
                <a:cs typeface="Roboto Cn"/>
              </a:rPr>
              <a:t>?</a:t>
            </a:r>
            <a:endParaRPr sz="7200" dirty="0">
              <a:latin typeface="Roboto Cn"/>
              <a:cs typeface="Roboto C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44876" y="482954"/>
            <a:ext cx="1226773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5" dirty="0">
                <a:solidFill>
                  <a:srgbClr val="254DE3"/>
                </a:solidFill>
                <a:latin typeface="Roboto Cn"/>
                <a:cs typeface="Roboto Cn"/>
              </a:rPr>
              <a:t>WHY</a:t>
            </a:r>
            <a:endParaRPr sz="3400" dirty="0">
              <a:latin typeface="Roboto Cn"/>
              <a:cs typeface="Roboto C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1027967" y="3105576"/>
            <a:ext cx="7365366" cy="654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b="1" dirty="0">
                <a:solidFill>
                  <a:srgbClr val="254DE3"/>
                </a:solidFill>
                <a:latin typeface="Roboto Cn"/>
                <a:cs typeface="Roboto Cn"/>
              </a:rPr>
              <a:t>Our</a:t>
            </a:r>
            <a:r>
              <a:rPr b="1" spc="35" dirty="0">
                <a:solidFill>
                  <a:srgbClr val="254DE3"/>
                </a:solidFill>
                <a:latin typeface="Roboto Cn"/>
                <a:cs typeface="Roboto Cn"/>
              </a:rPr>
              <a:t> </a:t>
            </a:r>
            <a:r>
              <a:rPr b="1" dirty="0">
                <a:solidFill>
                  <a:srgbClr val="254DE3"/>
                </a:solidFill>
                <a:latin typeface="Roboto Cn"/>
                <a:cs typeface="Roboto Cn"/>
              </a:rPr>
              <a:t>Approach</a:t>
            </a:r>
            <a:r>
              <a:rPr b="1" spc="35" dirty="0">
                <a:solidFill>
                  <a:srgbClr val="254DE3"/>
                </a:solidFill>
                <a:latin typeface="Roboto Cn"/>
                <a:cs typeface="Roboto Cn"/>
              </a:rPr>
              <a:t> </a:t>
            </a:r>
            <a:r>
              <a:rPr spc="50" dirty="0"/>
              <a:t>:</a:t>
            </a:r>
            <a:r>
              <a:rPr spc="-25" dirty="0"/>
              <a:t> </a:t>
            </a:r>
            <a:r>
              <a:rPr lang="en-US" dirty="0"/>
              <a:t>The objective of </a:t>
            </a:r>
            <a:r>
              <a:rPr lang="en-US" i="1" dirty="0"/>
              <a:t>Dream Job Finder</a:t>
            </a:r>
            <a:r>
              <a:rPr lang="en-US" dirty="0"/>
              <a:t> is to bridge the gap between aspiring candidates and their career goals. By offering structured roadmaps, company-specific preparation strategies, and essential resources like resume-building tips and mock interview guidance, it ensures users are well-prepared for the job market. The platform focuses on simplifying the preparation journey, helping users build confidence and clarity as they pursue their dream roles.</a:t>
            </a:r>
            <a:endParaRPr lang="en-IN" spc="-10" dirty="0"/>
          </a:p>
          <a:p>
            <a:pPr marL="12700" marR="5080">
              <a:lnSpc>
                <a:spcPct val="131900"/>
              </a:lnSpc>
              <a:spcBef>
                <a:spcPts val="100"/>
              </a:spcBef>
            </a:pP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1306722" y="2136918"/>
            <a:ext cx="77914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10" dirty="0">
                <a:latin typeface="Roboto Cn"/>
                <a:cs typeface="Roboto Cn"/>
              </a:rPr>
              <a:t>IDENTIFY</a:t>
            </a:r>
            <a:endParaRPr sz="1550">
              <a:latin typeface="Roboto Cn"/>
              <a:cs typeface="Roboto Cn"/>
            </a:endParaRPr>
          </a:p>
        </p:txBody>
      </p:sp>
      <p:sp>
        <p:nvSpPr>
          <p:cNvPr id="9" name="object 9"/>
          <p:cNvSpPr txBox="1"/>
          <p:nvPr/>
        </p:nvSpPr>
        <p:spPr>
          <a:xfrm rot="21060000">
            <a:off x="9570365" y="2057591"/>
            <a:ext cx="6840389" cy="2851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455"/>
              </a:lnSpc>
            </a:pPr>
            <a:r>
              <a:rPr sz="33675" spc="352" baseline="-1361" dirty="0">
                <a:solidFill>
                  <a:srgbClr val="0177BD"/>
                </a:solidFill>
                <a:latin typeface="Tahoma"/>
                <a:cs typeface="Tahoma"/>
              </a:rPr>
              <a:t>W</a:t>
            </a:r>
            <a:r>
              <a:rPr sz="22450" spc="235" dirty="0">
                <a:solidFill>
                  <a:srgbClr val="0177BD"/>
                </a:solidFill>
                <a:latin typeface="Tahoma"/>
                <a:cs typeface="Tahoma"/>
              </a:rPr>
              <a:t>Hy</a:t>
            </a:r>
            <a:endParaRPr sz="22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 rot="21120000">
            <a:off x="9961643" y="4903901"/>
            <a:ext cx="7484572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10"/>
              </a:lnSpc>
            </a:pPr>
            <a:r>
              <a:rPr sz="20200" spc="705" dirty="0">
                <a:solidFill>
                  <a:srgbClr val="2073BA"/>
                </a:solidFill>
                <a:latin typeface="Tahoma"/>
                <a:cs typeface="Tahoma"/>
              </a:rPr>
              <a:t>TH</a:t>
            </a:r>
            <a:r>
              <a:rPr sz="20200" spc="-2265" dirty="0">
                <a:solidFill>
                  <a:srgbClr val="2073BA"/>
                </a:solidFill>
                <a:latin typeface="Tahoma"/>
                <a:cs typeface="Tahoma"/>
              </a:rPr>
              <a:t>i</a:t>
            </a:r>
            <a:r>
              <a:rPr sz="30300" spc="-1342" baseline="-6600" dirty="0">
                <a:solidFill>
                  <a:srgbClr val="201CBD"/>
                </a:solidFill>
                <a:latin typeface="Tahoma"/>
                <a:cs typeface="Tahoma"/>
              </a:rPr>
              <a:t>i</a:t>
            </a:r>
            <a:r>
              <a:rPr sz="20200" spc="725" dirty="0">
                <a:solidFill>
                  <a:srgbClr val="2073BA"/>
                </a:solidFill>
                <a:latin typeface="Tahoma"/>
                <a:cs typeface="Tahoma"/>
              </a:rPr>
              <a:t>s</a:t>
            </a:r>
            <a:r>
              <a:rPr sz="20200" spc="955" dirty="0">
                <a:solidFill>
                  <a:srgbClr val="2073BA"/>
                </a:solidFill>
                <a:latin typeface="Tahoma"/>
                <a:cs typeface="Tahoma"/>
              </a:rPr>
              <a:t>?</a:t>
            </a:r>
            <a:endParaRPr sz="202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28700" y="9067802"/>
            <a:ext cx="14071600" cy="190500"/>
            <a:chOff x="1028700" y="9067802"/>
            <a:chExt cx="14071600" cy="190500"/>
          </a:xfrm>
        </p:grpSpPr>
        <p:sp>
          <p:nvSpPr>
            <p:cNvPr id="12" name="object 12"/>
            <p:cNvSpPr/>
            <p:nvPr/>
          </p:nvSpPr>
          <p:spPr>
            <a:xfrm>
              <a:off x="1028700" y="9067802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40168" y="9067802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451574" y="9067802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628265" y="8806718"/>
            <a:ext cx="436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10"/>
              </a:lnSpc>
            </a:pPr>
            <a:r>
              <a:rPr sz="3200" b="1" spc="-30" dirty="0">
                <a:latin typeface="Roboto Cn"/>
                <a:cs typeface="Roboto Cn"/>
              </a:rPr>
              <a:t>04</a:t>
            </a:r>
            <a:endParaRPr sz="32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1006" y="485389"/>
            <a:ext cx="1629410" cy="1685925"/>
            <a:chOff x="990588" y="990612"/>
            <a:chExt cx="1629410" cy="1685925"/>
          </a:xfrm>
        </p:grpSpPr>
        <p:sp>
          <p:nvSpPr>
            <p:cNvPr id="3" name="object 3"/>
            <p:cNvSpPr/>
            <p:nvPr/>
          </p:nvSpPr>
          <p:spPr>
            <a:xfrm>
              <a:off x="1028700" y="1028724"/>
              <a:ext cx="1552575" cy="1609725"/>
            </a:xfrm>
            <a:custGeom>
              <a:avLst/>
              <a:gdLst/>
              <a:ahLst/>
              <a:cxnLst/>
              <a:rect l="l" t="t" r="r" b="b"/>
              <a:pathLst>
                <a:path w="1552575" h="1609725">
                  <a:moveTo>
                    <a:pt x="237878" y="0"/>
                  </a:moveTo>
                  <a:lnTo>
                    <a:pt x="1314696" y="0"/>
                  </a:lnTo>
                  <a:lnTo>
                    <a:pt x="1361320" y="4625"/>
                  </a:lnTo>
                  <a:lnTo>
                    <a:pt x="1405728" y="18155"/>
                  </a:lnTo>
                  <a:lnTo>
                    <a:pt x="1446671" y="40071"/>
                  </a:lnTo>
                  <a:lnTo>
                    <a:pt x="1482901" y="69856"/>
                  </a:lnTo>
                  <a:lnTo>
                    <a:pt x="1512608" y="106181"/>
                  </a:lnTo>
                  <a:lnTo>
                    <a:pt x="1534467" y="147232"/>
                  </a:lnTo>
                  <a:lnTo>
                    <a:pt x="1547961" y="191756"/>
                  </a:lnTo>
                  <a:lnTo>
                    <a:pt x="1552574" y="238503"/>
                  </a:lnTo>
                  <a:lnTo>
                    <a:pt x="1552574" y="1371172"/>
                  </a:lnTo>
                  <a:lnTo>
                    <a:pt x="1547961" y="1417920"/>
                  </a:lnTo>
                  <a:lnTo>
                    <a:pt x="1534467" y="1462444"/>
                  </a:lnTo>
                  <a:lnTo>
                    <a:pt x="1512608" y="1503494"/>
                  </a:lnTo>
                  <a:lnTo>
                    <a:pt x="1482902" y="1539820"/>
                  </a:lnTo>
                  <a:lnTo>
                    <a:pt x="1446671" y="1569605"/>
                  </a:lnTo>
                  <a:lnTo>
                    <a:pt x="1405728" y="1591521"/>
                  </a:lnTo>
                  <a:lnTo>
                    <a:pt x="1361320" y="1605051"/>
                  </a:lnTo>
                  <a:lnTo>
                    <a:pt x="1314696" y="1609677"/>
                  </a:lnTo>
                  <a:lnTo>
                    <a:pt x="237878" y="1609677"/>
                  </a:lnTo>
                  <a:lnTo>
                    <a:pt x="191254" y="1605051"/>
                  </a:lnTo>
                  <a:lnTo>
                    <a:pt x="146846" y="1591521"/>
                  </a:lnTo>
                  <a:lnTo>
                    <a:pt x="105903" y="1569605"/>
                  </a:lnTo>
                  <a:lnTo>
                    <a:pt x="69672" y="1539820"/>
                  </a:lnTo>
                  <a:lnTo>
                    <a:pt x="39966" y="1503494"/>
                  </a:lnTo>
                  <a:lnTo>
                    <a:pt x="18107" y="1462444"/>
                  </a:lnTo>
                  <a:lnTo>
                    <a:pt x="4613" y="1417920"/>
                  </a:lnTo>
                  <a:lnTo>
                    <a:pt x="0" y="1371172"/>
                  </a:lnTo>
                  <a:lnTo>
                    <a:pt x="0" y="238503"/>
                  </a:lnTo>
                  <a:lnTo>
                    <a:pt x="4613" y="191756"/>
                  </a:lnTo>
                  <a:lnTo>
                    <a:pt x="18107" y="147232"/>
                  </a:lnTo>
                  <a:lnTo>
                    <a:pt x="39966" y="106181"/>
                  </a:lnTo>
                  <a:lnTo>
                    <a:pt x="69673" y="69856"/>
                  </a:lnTo>
                  <a:lnTo>
                    <a:pt x="105903" y="40071"/>
                  </a:lnTo>
                  <a:lnTo>
                    <a:pt x="146846" y="18155"/>
                  </a:lnTo>
                  <a:lnTo>
                    <a:pt x="191254" y="4625"/>
                  </a:lnTo>
                  <a:lnTo>
                    <a:pt x="237878" y="0"/>
                  </a:lnTo>
                </a:path>
              </a:pathLst>
            </a:custGeom>
            <a:ln w="76223">
              <a:solidFill>
                <a:srgbClr val="45A3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68487" y="1217343"/>
              <a:ext cx="414020" cy="413384"/>
            </a:xfrm>
            <a:custGeom>
              <a:avLst/>
              <a:gdLst/>
              <a:ahLst/>
              <a:cxnLst/>
              <a:rect l="l" t="t" r="r" b="b"/>
              <a:pathLst>
                <a:path w="414019" h="413385">
                  <a:moveTo>
                    <a:pt x="224855" y="819"/>
                  </a:moveTo>
                  <a:lnTo>
                    <a:pt x="192017" y="819"/>
                  </a:lnTo>
                  <a:lnTo>
                    <a:pt x="200230" y="0"/>
                  </a:lnTo>
                  <a:lnTo>
                    <a:pt x="213370" y="0"/>
                  </a:lnTo>
                  <a:lnTo>
                    <a:pt x="224855" y="819"/>
                  </a:lnTo>
                  <a:close/>
                </a:path>
                <a:path w="414019" h="413385">
                  <a:moveTo>
                    <a:pt x="288103" y="74599"/>
                  </a:moveTo>
                  <a:lnTo>
                    <a:pt x="125496" y="74599"/>
                  </a:lnTo>
                  <a:lnTo>
                    <a:pt x="130424" y="71320"/>
                  </a:lnTo>
                  <a:lnTo>
                    <a:pt x="135351" y="68861"/>
                  </a:lnTo>
                  <a:lnTo>
                    <a:pt x="141100" y="66401"/>
                  </a:lnTo>
                  <a:lnTo>
                    <a:pt x="154240" y="59843"/>
                  </a:lnTo>
                  <a:lnTo>
                    <a:pt x="160810" y="58203"/>
                  </a:lnTo>
                  <a:lnTo>
                    <a:pt x="161631" y="57384"/>
                  </a:lnTo>
                  <a:lnTo>
                    <a:pt x="163274" y="57384"/>
                  </a:lnTo>
                  <a:lnTo>
                    <a:pt x="166559" y="56564"/>
                  </a:lnTo>
                  <a:lnTo>
                    <a:pt x="169022" y="55744"/>
                  </a:lnTo>
                  <a:lnTo>
                    <a:pt x="172307" y="55744"/>
                  </a:lnTo>
                  <a:lnTo>
                    <a:pt x="172914" y="45087"/>
                  </a:lnTo>
                  <a:lnTo>
                    <a:pt x="173031" y="43038"/>
                  </a:lnTo>
                  <a:lnTo>
                    <a:pt x="173077" y="42231"/>
                  </a:lnTo>
                  <a:lnTo>
                    <a:pt x="177235" y="2459"/>
                  </a:lnTo>
                  <a:lnTo>
                    <a:pt x="184626" y="819"/>
                  </a:lnTo>
                  <a:lnTo>
                    <a:pt x="225296" y="819"/>
                  </a:lnTo>
                  <a:lnTo>
                    <a:pt x="243052" y="40168"/>
                  </a:lnTo>
                  <a:lnTo>
                    <a:pt x="244577" y="56564"/>
                  </a:lnTo>
                  <a:lnTo>
                    <a:pt x="247041" y="56564"/>
                  </a:lnTo>
                  <a:lnTo>
                    <a:pt x="251968" y="58203"/>
                  </a:lnTo>
                  <a:lnTo>
                    <a:pt x="259359" y="59843"/>
                  </a:lnTo>
                  <a:lnTo>
                    <a:pt x="282354" y="71320"/>
                  </a:lnTo>
                  <a:lnTo>
                    <a:pt x="288103" y="74599"/>
                  </a:lnTo>
                  <a:close/>
                </a:path>
                <a:path w="414019" h="413385">
                  <a:moveTo>
                    <a:pt x="86076" y="374637"/>
                  </a:moveTo>
                  <a:lnTo>
                    <a:pt x="73604" y="364953"/>
                  </a:lnTo>
                  <a:lnTo>
                    <a:pt x="62055" y="354347"/>
                  </a:lnTo>
                  <a:lnTo>
                    <a:pt x="51430" y="342819"/>
                  </a:lnTo>
                  <a:lnTo>
                    <a:pt x="41729" y="330369"/>
                  </a:lnTo>
                  <a:lnTo>
                    <a:pt x="49877" y="320045"/>
                  </a:lnTo>
                  <a:lnTo>
                    <a:pt x="58257" y="309874"/>
                  </a:lnTo>
                  <a:lnTo>
                    <a:pt x="75400" y="289380"/>
                  </a:lnTo>
                  <a:lnTo>
                    <a:pt x="71294" y="284461"/>
                  </a:lnTo>
                  <a:lnTo>
                    <a:pt x="68830" y="278723"/>
                  </a:lnTo>
                  <a:lnTo>
                    <a:pt x="65545" y="272984"/>
                  </a:lnTo>
                  <a:lnTo>
                    <a:pt x="62260" y="265606"/>
                  </a:lnTo>
                  <a:lnTo>
                    <a:pt x="59797" y="259048"/>
                  </a:lnTo>
                  <a:lnTo>
                    <a:pt x="58154" y="251670"/>
                  </a:lnTo>
                  <a:lnTo>
                    <a:pt x="56512" y="249211"/>
                  </a:lnTo>
                  <a:lnTo>
                    <a:pt x="55690" y="245932"/>
                  </a:lnTo>
                  <a:lnTo>
                    <a:pt x="55690" y="242653"/>
                  </a:lnTo>
                  <a:lnTo>
                    <a:pt x="3131" y="237734"/>
                  </a:lnTo>
                  <a:lnTo>
                    <a:pt x="1578" y="228986"/>
                  </a:lnTo>
                  <a:lnTo>
                    <a:pt x="678" y="221018"/>
                  </a:lnTo>
                  <a:lnTo>
                    <a:pt x="564" y="220007"/>
                  </a:lnTo>
                  <a:lnTo>
                    <a:pt x="12" y="210874"/>
                  </a:lnTo>
                  <a:lnTo>
                    <a:pt x="0" y="195042"/>
                  </a:lnTo>
                  <a:lnTo>
                    <a:pt x="461" y="188650"/>
                  </a:lnTo>
                  <a:lnTo>
                    <a:pt x="55690" y="170513"/>
                  </a:lnTo>
                  <a:lnTo>
                    <a:pt x="55690" y="168053"/>
                  </a:lnTo>
                  <a:lnTo>
                    <a:pt x="56511" y="164774"/>
                  </a:lnTo>
                  <a:lnTo>
                    <a:pt x="58154" y="161495"/>
                  </a:lnTo>
                  <a:lnTo>
                    <a:pt x="59797" y="154937"/>
                  </a:lnTo>
                  <a:lnTo>
                    <a:pt x="62260" y="147559"/>
                  </a:lnTo>
                  <a:lnTo>
                    <a:pt x="68009" y="136082"/>
                  </a:lnTo>
                  <a:lnTo>
                    <a:pt x="71294" y="130344"/>
                  </a:lnTo>
                  <a:lnTo>
                    <a:pt x="74579" y="125425"/>
                  </a:lnTo>
                  <a:lnTo>
                    <a:pt x="57435" y="104931"/>
                  </a:lnTo>
                  <a:lnTo>
                    <a:pt x="49056" y="94760"/>
                  </a:lnTo>
                  <a:lnTo>
                    <a:pt x="40908" y="84436"/>
                  </a:lnTo>
                  <a:lnTo>
                    <a:pt x="40087" y="84436"/>
                  </a:lnTo>
                  <a:lnTo>
                    <a:pt x="44899" y="78314"/>
                  </a:lnTo>
                  <a:lnTo>
                    <a:pt x="49634" y="72345"/>
                  </a:lnTo>
                  <a:lnTo>
                    <a:pt x="54523" y="66683"/>
                  </a:lnTo>
                  <a:lnTo>
                    <a:pt x="59797" y="61483"/>
                  </a:lnTo>
                  <a:lnTo>
                    <a:pt x="63903" y="56564"/>
                  </a:lnTo>
                  <a:lnTo>
                    <a:pt x="68830" y="51645"/>
                  </a:lnTo>
                  <a:lnTo>
                    <a:pt x="74579" y="47546"/>
                  </a:lnTo>
                  <a:lnTo>
                    <a:pt x="77043" y="45087"/>
                  </a:lnTo>
                  <a:lnTo>
                    <a:pt x="83613" y="40168"/>
                  </a:lnTo>
                  <a:lnTo>
                    <a:pt x="84434" y="40988"/>
                  </a:lnTo>
                  <a:lnTo>
                    <a:pt x="125496" y="74599"/>
                  </a:lnTo>
                  <a:lnTo>
                    <a:pt x="366137" y="74599"/>
                  </a:lnTo>
                  <a:lnTo>
                    <a:pt x="373513" y="83617"/>
                  </a:lnTo>
                  <a:lnTo>
                    <a:pt x="373513" y="84436"/>
                  </a:lnTo>
                  <a:lnTo>
                    <a:pt x="339842" y="125425"/>
                  </a:lnTo>
                  <a:lnTo>
                    <a:pt x="342305" y="130344"/>
                  </a:lnTo>
                  <a:lnTo>
                    <a:pt x="207621" y="130344"/>
                  </a:lnTo>
                  <a:lnTo>
                    <a:pt x="192697" y="131266"/>
                  </a:lnTo>
                  <a:lnTo>
                    <a:pt x="154240" y="152478"/>
                  </a:lnTo>
                  <a:lnTo>
                    <a:pt x="133452" y="190866"/>
                  </a:lnTo>
                  <a:lnTo>
                    <a:pt x="132066" y="205763"/>
                  </a:lnTo>
                  <a:lnTo>
                    <a:pt x="133360" y="220007"/>
                  </a:lnTo>
                  <a:lnTo>
                    <a:pt x="154240" y="259868"/>
                  </a:lnTo>
                  <a:lnTo>
                    <a:pt x="192697" y="280619"/>
                  </a:lnTo>
                  <a:lnTo>
                    <a:pt x="207621" y="282002"/>
                  </a:lnTo>
                  <a:lnTo>
                    <a:pt x="343127" y="282002"/>
                  </a:lnTo>
                  <a:lnTo>
                    <a:pt x="340663" y="286101"/>
                  </a:lnTo>
                  <a:lnTo>
                    <a:pt x="340663" y="286921"/>
                  </a:lnTo>
                  <a:lnTo>
                    <a:pt x="349286" y="296899"/>
                  </a:lnTo>
                  <a:lnTo>
                    <a:pt x="357909" y="307108"/>
                  </a:lnTo>
                  <a:lnTo>
                    <a:pt x="375155" y="327909"/>
                  </a:lnTo>
                  <a:lnTo>
                    <a:pt x="370086" y="334519"/>
                  </a:lnTo>
                  <a:lnTo>
                    <a:pt x="367372" y="337747"/>
                  </a:lnTo>
                  <a:lnTo>
                    <a:pt x="289746" y="337747"/>
                  </a:lnTo>
                  <a:lnTo>
                    <a:pt x="286296" y="340206"/>
                  </a:lnTo>
                  <a:lnTo>
                    <a:pt x="126318" y="340206"/>
                  </a:lnTo>
                  <a:lnTo>
                    <a:pt x="116334" y="348801"/>
                  </a:lnTo>
                  <a:lnTo>
                    <a:pt x="106197" y="357319"/>
                  </a:lnTo>
                  <a:lnTo>
                    <a:pt x="96060" y="365683"/>
                  </a:lnTo>
                  <a:lnTo>
                    <a:pt x="86076" y="373817"/>
                  </a:lnTo>
                  <a:lnTo>
                    <a:pt x="86076" y="374637"/>
                  </a:lnTo>
                  <a:close/>
                </a:path>
                <a:path w="414019" h="413385">
                  <a:moveTo>
                    <a:pt x="366137" y="74599"/>
                  </a:moveTo>
                  <a:lnTo>
                    <a:pt x="288103" y="74599"/>
                  </a:lnTo>
                  <a:lnTo>
                    <a:pt x="298099" y="66004"/>
                  </a:lnTo>
                  <a:lnTo>
                    <a:pt x="308453" y="57384"/>
                  </a:lnTo>
                  <a:lnTo>
                    <a:pt x="318707" y="49122"/>
                  </a:lnTo>
                  <a:lnTo>
                    <a:pt x="329165" y="40988"/>
                  </a:lnTo>
                  <a:lnTo>
                    <a:pt x="329165" y="40168"/>
                  </a:lnTo>
                  <a:lnTo>
                    <a:pt x="341638" y="50185"/>
                  </a:lnTo>
                  <a:lnTo>
                    <a:pt x="353187" y="60663"/>
                  </a:lnTo>
                  <a:lnTo>
                    <a:pt x="363812" y="71755"/>
                  </a:lnTo>
                  <a:lnTo>
                    <a:pt x="366137" y="74599"/>
                  </a:lnTo>
                  <a:close/>
                </a:path>
                <a:path w="414019" h="413385">
                  <a:moveTo>
                    <a:pt x="343127" y="282002"/>
                  </a:moveTo>
                  <a:lnTo>
                    <a:pt x="207621" y="282002"/>
                  </a:lnTo>
                  <a:lnTo>
                    <a:pt x="222904" y="280619"/>
                  </a:lnTo>
                  <a:lnTo>
                    <a:pt x="236878" y="276469"/>
                  </a:lnTo>
                  <a:lnTo>
                    <a:pt x="271524" y="247840"/>
                  </a:lnTo>
                  <a:lnTo>
                    <a:pt x="283997" y="205763"/>
                  </a:lnTo>
                  <a:lnTo>
                    <a:pt x="282700" y="191827"/>
                  </a:lnTo>
                  <a:lnTo>
                    <a:pt x="282611" y="190866"/>
                  </a:lnTo>
                  <a:lnTo>
                    <a:pt x="261823" y="152478"/>
                  </a:lnTo>
                  <a:lnTo>
                    <a:pt x="222904" y="131266"/>
                  </a:lnTo>
                  <a:lnTo>
                    <a:pt x="207621" y="130344"/>
                  </a:lnTo>
                  <a:lnTo>
                    <a:pt x="342305" y="130344"/>
                  </a:lnTo>
                  <a:lnTo>
                    <a:pt x="345590" y="136082"/>
                  </a:lnTo>
                  <a:lnTo>
                    <a:pt x="348054" y="141001"/>
                  </a:lnTo>
                  <a:lnTo>
                    <a:pt x="351339" y="148379"/>
                  </a:lnTo>
                  <a:lnTo>
                    <a:pt x="356266" y="163135"/>
                  </a:lnTo>
                  <a:lnTo>
                    <a:pt x="356266" y="165594"/>
                  </a:lnTo>
                  <a:lnTo>
                    <a:pt x="357909" y="170513"/>
                  </a:lnTo>
                  <a:lnTo>
                    <a:pt x="411290" y="175431"/>
                  </a:lnTo>
                  <a:lnTo>
                    <a:pt x="412932" y="183629"/>
                  </a:lnTo>
                  <a:lnTo>
                    <a:pt x="412932" y="191827"/>
                  </a:lnTo>
                  <a:lnTo>
                    <a:pt x="413754" y="200025"/>
                  </a:lnTo>
                  <a:lnTo>
                    <a:pt x="413754" y="213961"/>
                  </a:lnTo>
                  <a:lnTo>
                    <a:pt x="413148" y="220007"/>
                  </a:lnTo>
                  <a:lnTo>
                    <a:pt x="413047" y="221018"/>
                  </a:lnTo>
                  <a:lnTo>
                    <a:pt x="412932" y="230356"/>
                  </a:lnTo>
                  <a:lnTo>
                    <a:pt x="411290" y="238554"/>
                  </a:lnTo>
                  <a:lnTo>
                    <a:pt x="357909" y="243473"/>
                  </a:lnTo>
                  <a:lnTo>
                    <a:pt x="357088" y="245112"/>
                  </a:lnTo>
                  <a:lnTo>
                    <a:pt x="356266" y="247571"/>
                  </a:lnTo>
                  <a:lnTo>
                    <a:pt x="356266" y="250851"/>
                  </a:lnTo>
                  <a:lnTo>
                    <a:pt x="355445" y="250851"/>
                  </a:lnTo>
                  <a:lnTo>
                    <a:pt x="355445" y="252490"/>
                  </a:lnTo>
                  <a:lnTo>
                    <a:pt x="353803" y="259048"/>
                  </a:lnTo>
                  <a:lnTo>
                    <a:pt x="350518" y="265606"/>
                  </a:lnTo>
                  <a:lnTo>
                    <a:pt x="348054" y="272165"/>
                  </a:lnTo>
                  <a:lnTo>
                    <a:pt x="343127" y="282002"/>
                  </a:lnTo>
                  <a:close/>
                </a:path>
                <a:path w="414019" h="413385">
                  <a:moveTo>
                    <a:pt x="331629" y="372177"/>
                  </a:moveTo>
                  <a:lnTo>
                    <a:pt x="321171" y="364044"/>
                  </a:lnTo>
                  <a:lnTo>
                    <a:pt x="310790" y="355679"/>
                  </a:lnTo>
                  <a:lnTo>
                    <a:pt x="300563" y="347161"/>
                  </a:lnTo>
                  <a:lnTo>
                    <a:pt x="290567" y="338566"/>
                  </a:lnTo>
                  <a:lnTo>
                    <a:pt x="289746" y="338566"/>
                  </a:lnTo>
                  <a:lnTo>
                    <a:pt x="289746" y="337747"/>
                  </a:lnTo>
                  <a:lnTo>
                    <a:pt x="367372" y="337747"/>
                  </a:lnTo>
                  <a:lnTo>
                    <a:pt x="364787" y="340821"/>
                  </a:lnTo>
                  <a:lnTo>
                    <a:pt x="359333" y="346815"/>
                  </a:lnTo>
                  <a:lnTo>
                    <a:pt x="353803" y="352503"/>
                  </a:lnTo>
                  <a:lnTo>
                    <a:pt x="349782" y="357319"/>
                  </a:lnTo>
                  <a:lnTo>
                    <a:pt x="344769" y="362340"/>
                  </a:lnTo>
                  <a:lnTo>
                    <a:pt x="339842" y="366439"/>
                  </a:lnTo>
                  <a:lnTo>
                    <a:pt x="336557" y="368898"/>
                  </a:lnTo>
                  <a:lnTo>
                    <a:pt x="331629" y="372177"/>
                  </a:lnTo>
                  <a:close/>
                </a:path>
                <a:path w="414019" h="413385">
                  <a:moveTo>
                    <a:pt x="212548" y="413166"/>
                  </a:moveTo>
                  <a:lnTo>
                    <a:pt x="192017" y="413166"/>
                  </a:lnTo>
                  <a:lnTo>
                    <a:pt x="177235" y="411526"/>
                  </a:lnTo>
                  <a:lnTo>
                    <a:pt x="175528" y="398013"/>
                  </a:lnTo>
                  <a:lnTo>
                    <a:pt x="174052" y="384576"/>
                  </a:lnTo>
                  <a:lnTo>
                    <a:pt x="172819" y="372177"/>
                  </a:lnTo>
                  <a:lnTo>
                    <a:pt x="171486" y="358241"/>
                  </a:lnTo>
                  <a:lnTo>
                    <a:pt x="166559" y="356602"/>
                  </a:lnTo>
                  <a:lnTo>
                    <a:pt x="162812" y="355679"/>
                  </a:lnTo>
                  <a:lnTo>
                    <a:pt x="155882" y="354142"/>
                  </a:lnTo>
                  <a:lnTo>
                    <a:pt x="147670" y="350863"/>
                  </a:lnTo>
                  <a:lnTo>
                    <a:pt x="140279" y="347584"/>
                  </a:lnTo>
                  <a:lnTo>
                    <a:pt x="136172" y="345125"/>
                  </a:lnTo>
                  <a:lnTo>
                    <a:pt x="131245" y="342665"/>
                  </a:lnTo>
                  <a:lnTo>
                    <a:pt x="127139" y="340206"/>
                  </a:lnTo>
                  <a:lnTo>
                    <a:pt x="286296" y="340206"/>
                  </a:lnTo>
                  <a:lnTo>
                    <a:pt x="283997" y="341846"/>
                  </a:lnTo>
                  <a:lnTo>
                    <a:pt x="278248" y="345125"/>
                  </a:lnTo>
                  <a:lnTo>
                    <a:pt x="272499" y="347584"/>
                  </a:lnTo>
                  <a:lnTo>
                    <a:pt x="265929" y="350863"/>
                  </a:lnTo>
                  <a:lnTo>
                    <a:pt x="259359" y="353322"/>
                  </a:lnTo>
                  <a:lnTo>
                    <a:pt x="251968" y="354962"/>
                  </a:lnTo>
                  <a:lnTo>
                    <a:pt x="244885" y="357319"/>
                  </a:lnTo>
                  <a:lnTo>
                    <a:pt x="244586" y="357319"/>
                  </a:lnTo>
                  <a:lnTo>
                    <a:pt x="242113" y="384371"/>
                  </a:lnTo>
                  <a:lnTo>
                    <a:pt x="239650" y="410707"/>
                  </a:lnTo>
                  <a:lnTo>
                    <a:pt x="232874" y="411783"/>
                  </a:lnTo>
                  <a:lnTo>
                    <a:pt x="226099" y="412551"/>
                  </a:lnTo>
                  <a:lnTo>
                    <a:pt x="219324" y="413012"/>
                  </a:lnTo>
                  <a:lnTo>
                    <a:pt x="212548" y="413166"/>
                  </a:lnTo>
                  <a:close/>
                </a:path>
              </a:pathLst>
            </a:custGeom>
            <a:solidFill>
              <a:srgbClr val="201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2052" y="1358345"/>
              <a:ext cx="129756" cy="130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30801" y="1484590"/>
              <a:ext cx="532765" cy="533400"/>
            </a:xfrm>
            <a:custGeom>
              <a:avLst/>
              <a:gdLst/>
              <a:ahLst/>
              <a:cxnLst/>
              <a:rect l="l" t="t" r="r" b="b"/>
              <a:pathLst>
                <a:path w="532764" h="533400">
                  <a:moveTo>
                    <a:pt x="366280" y="73779"/>
                  </a:moveTo>
                  <a:lnTo>
                    <a:pt x="208596" y="73779"/>
                  </a:lnTo>
                  <a:lnTo>
                    <a:pt x="223379" y="68861"/>
                  </a:lnTo>
                  <a:lnTo>
                    <a:pt x="230770" y="68041"/>
                  </a:lnTo>
                  <a:lnTo>
                    <a:pt x="237558" y="66952"/>
                  </a:lnTo>
                  <a:lnTo>
                    <a:pt x="244423" y="66094"/>
                  </a:lnTo>
                  <a:lnTo>
                    <a:pt x="251442" y="65389"/>
                  </a:lnTo>
                  <a:lnTo>
                    <a:pt x="258692" y="64762"/>
                  </a:lnTo>
                  <a:lnTo>
                    <a:pt x="273475" y="64762"/>
                  </a:lnTo>
                  <a:lnTo>
                    <a:pt x="279044" y="48763"/>
                  </a:lnTo>
                  <a:lnTo>
                    <a:pt x="284767" y="32688"/>
                  </a:lnTo>
                  <a:lnTo>
                    <a:pt x="290798" y="16459"/>
                  </a:lnTo>
                  <a:lnTo>
                    <a:pt x="297291" y="0"/>
                  </a:lnTo>
                  <a:lnTo>
                    <a:pt x="304682" y="1242"/>
                  </a:lnTo>
                  <a:lnTo>
                    <a:pt x="312073" y="2561"/>
                  </a:lnTo>
                  <a:lnTo>
                    <a:pt x="319464" y="4034"/>
                  </a:lnTo>
                  <a:lnTo>
                    <a:pt x="326856" y="5738"/>
                  </a:lnTo>
                  <a:lnTo>
                    <a:pt x="329319" y="5738"/>
                  </a:lnTo>
                  <a:lnTo>
                    <a:pt x="331783" y="6558"/>
                  </a:lnTo>
                  <a:lnTo>
                    <a:pt x="335068" y="8197"/>
                  </a:lnTo>
                  <a:lnTo>
                    <a:pt x="337532" y="8197"/>
                  </a:lnTo>
                  <a:lnTo>
                    <a:pt x="374488" y="21314"/>
                  </a:lnTo>
                  <a:lnTo>
                    <a:pt x="371896" y="38529"/>
                  </a:lnTo>
                  <a:lnTo>
                    <a:pt x="366404" y="72959"/>
                  </a:lnTo>
                  <a:lnTo>
                    <a:pt x="366280" y="73779"/>
                  </a:lnTo>
                  <a:close/>
                </a:path>
                <a:path w="532764" h="533400">
                  <a:moveTo>
                    <a:pt x="243990" y="170513"/>
                  </a:moveTo>
                  <a:lnTo>
                    <a:pt x="88694" y="170513"/>
                  </a:lnTo>
                  <a:lnTo>
                    <a:pt x="90337" y="166414"/>
                  </a:lnTo>
                  <a:lnTo>
                    <a:pt x="91979" y="163135"/>
                  </a:lnTo>
                  <a:lnTo>
                    <a:pt x="94443" y="159856"/>
                  </a:lnTo>
                  <a:lnTo>
                    <a:pt x="98292" y="153733"/>
                  </a:lnTo>
                  <a:lnTo>
                    <a:pt x="102450" y="147764"/>
                  </a:lnTo>
                  <a:lnTo>
                    <a:pt x="106916" y="142102"/>
                  </a:lnTo>
                  <a:lnTo>
                    <a:pt x="111689" y="136902"/>
                  </a:lnTo>
                  <a:lnTo>
                    <a:pt x="116616" y="130344"/>
                  </a:lnTo>
                  <a:lnTo>
                    <a:pt x="127293" y="119687"/>
                  </a:lnTo>
                  <a:lnTo>
                    <a:pt x="120030" y="104316"/>
                  </a:lnTo>
                  <a:lnTo>
                    <a:pt x="105907" y="73779"/>
                  </a:lnTo>
                  <a:lnTo>
                    <a:pt x="98549" y="58204"/>
                  </a:lnTo>
                  <a:lnTo>
                    <a:pt x="98549" y="57384"/>
                  </a:lnTo>
                  <a:lnTo>
                    <a:pt x="106094" y="50928"/>
                  </a:lnTo>
                  <a:lnTo>
                    <a:pt x="113947" y="45087"/>
                  </a:lnTo>
                  <a:lnTo>
                    <a:pt x="122109" y="39861"/>
                  </a:lnTo>
                  <a:lnTo>
                    <a:pt x="130578" y="35250"/>
                  </a:lnTo>
                  <a:lnTo>
                    <a:pt x="136134" y="31715"/>
                  </a:lnTo>
                  <a:lnTo>
                    <a:pt x="141767" y="28487"/>
                  </a:lnTo>
                  <a:lnTo>
                    <a:pt x="147554" y="25566"/>
                  </a:lnTo>
                  <a:lnTo>
                    <a:pt x="153573" y="22953"/>
                  </a:lnTo>
                  <a:lnTo>
                    <a:pt x="157679" y="20494"/>
                  </a:lnTo>
                  <a:lnTo>
                    <a:pt x="167534" y="17215"/>
                  </a:lnTo>
                  <a:lnTo>
                    <a:pt x="168355" y="18035"/>
                  </a:lnTo>
                  <a:lnTo>
                    <a:pt x="188476" y="45600"/>
                  </a:lnTo>
                  <a:lnTo>
                    <a:pt x="198613" y="59651"/>
                  </a:lnTo>
                  <a:lnTo>
                    <a:pt x="208596" y="73779"/>
                  </a:lnTo>
                  <a:lnTo>
                    <a:pt x="366280" y="73779"/>
                  </a:lnTo>
                  <a:lnTo>
                    <a:pt x="363812" y="90175"/>
                  </a:lnTo>
                  <a:lnTo>
                    <a:pt x="366275" y="91814"/>
                  </a:lnTo>
                  <a:lnTo>
                    <a:pt x="369560" y="93454"/>
                  </a:lnTo>
                  <a:lnTo>
                    <a:pt x="372024" y="95913"/>
                  </a:lnTo>
                  <a:lnTo>
                    <a:pt x="412265" y="127884"/>
                  </a:lnTo>
                  <a:lnTo>
                    <a:pt x="495368" y="127884"/>
                  </a:lnTo>
                  <a:lnTo>
                    <a:pt x="498291" y="132393"/>
                  </a:lnTo>
                  <a:lnTo>
                    <a:pt x="507709" y="149916"/>
                  </a:lnTo>
                  <a:lnTo>
                    <a:pt x="515470" y="167439"/>
                  </a:lnTo>
                  <a:lnTo>
                    <a:pt x="273308" y="167439"/>
                  </a:lnTo>
                  <a:lnTo>
                    <a:pt x="254486" y="168053"/>
                  </a:lnTo>
                  <a:lnTo>
                    <a:pt x="243990" y="170513"/>
                  </a:lnTo>
                  <a:close/>
                </a:path>
                <a:path w="532764" h="533400">
                  <a:moveTo>
                    <a:pt x="495368" y="127884"/>
                  </a:moveTo>
                  <a:lnTo>
                    <a:pt x="412265" y="127884"/>
                  </a:lnTo>
                  <a:lnTo>
                    <a:pt x="443165" y="113231"/>
                  </a:lnTo>
                  <a:lnTo>
                    <a:pt x="458807" y="106096"/>
                  </a:lnTo>
                  <a:lnTo>
                    <a:pt x="474680" y="99192"/>
                  </a:lnTo>
                  <a:lnTo>
                    <a:pt x="487332" y="115485"/>
                  </a:lnTo>
                  <a:lnTo>
                    <a:pt x="495368" y="127884"/>
                  </a:lnTo>
                  <a:close/>
                </a:path>
                <a:path w="532764" h="533400">
                  <a:moveTo>
                    <a:pt x="58308" y="435300"/>
                  </a:moveTo>
                  <a:lnTo>
                    <a:pt x="57487" y="435300"/>
                  </a:lnTo>
                  <a:lnTo>
                    <a:pt x="45656" y="419007"/>
                  </a:lnTo>
                  <a:lnTo>
                    <a:pt x="34902" y="402099"/>
                  </a:lnTo>
                  <a:lnTo>
                    <a:pt x="25335" y="384474"/>
                  </a:lnTo>
                  <a:lnTo>
                    <a:pt x="17981" y="368078"/>
                  </a:lnTo>
                  <a:lnTo>
                    <a:pt x="17263" y="366426"/>
                  </a:lnTo>
                  <a:lnTo>
                    <a:pt x="45168" y="346047"/>
                  </a:lnTo>
                  <a:lnTo>
                    <a:pt x="59052" y="336120"/>
                  </a:lnTo>
                  <a:lnTo>
                    <a:pt x="73090" y="326270"/>
                  </a:lnTo>
                  <a:lnTo>
                    <a:pt x="68163" y="309874"/>
                  </a:lnTo>
                  <a:lnTo>
                    <a:pt x="67342" y="301677"/>
                  </a:lnTo>
                  <a:lnTo>
                    <a:pt x="65789" y="294311"/>
                  </a:lnTo>
                  <a:lnTo>
                    <a:pt x="64775" y="287023"/>
                  </a:lnTo>
                  <a:lnTo>
                    <a:pt x="64224" y="279889"/>
                  </a:lnTo>
                  <a:lnTo>
                    <a:pt x="64163" y="277378"/>
                  </a:lnTo>
                  <a:lnTo>
                    <a:pt x="64057" y="261508"/>
                  </a:lnTo>
                  <a:lnTo>
                    <a:pt x="0" y="236914"/>
                  </a:lnTo>
                  <a:lnTo>
                    <a:pt x="8212" y="189367"/>
                  </a:lnTo>
                  <a:lnTo>
                    <a:pt x="19709" y="159036"/>
                  </a:lnTo>
                  <a:lnTo>
                    <a:pt x="36956" y="161636"/>
                  </a:lnTo>
                  <a:lnTo>
                    <a:pt x="88694" y="170513"/>
                  </a:lnTo>
                  <a:lnTo>
                    <a:pt x="243990" y="170513"/>
                  </a:lnTo>
                  <a:lnTo>
                    <a:pt x="202142" y="191891"/>
                  </a:lnTo>
                  <a:lnTo>
                    <a:pt x="172461" y="240193"/>
                  </a:lnTo>
                  <a:lnTo>
                    <a:pt x="168920" y="259573"/>
                  </a:lnTo>
                  <a:lnTo>
                    <a:pt x="169208" y="271345"/>
                  </a:lnTo>
                  <a:lnTo>
                    <a:pt x="169248" y="272984"/>
                  </a:lnTo>
                  <a:lnTo>
                    <a:pt x="169356" y="277378"/>
                  </a:lnTo>
                  <a:lnTo>
                    <a:pt x="169382" y="278415"/>
                  </a:lnTo>
                  <a:lnTo>
                    <a:pt x="182316" y="314793"/>
                  </a:lnTo>
                  <a:lnTo>
                    <a:pt x="223661" y="353297"/>
                  </a:lnTo>
                  <a:lnTo>
                    <a:pt x="261220" y="363416"/>
                  </a:lnTo>
                  <a:lnTo>
                    <a:pt x="441933" y="363416"/>
                  </a:lnTo>
                  <a:lnTo>
                    <a:pt x="441009" y="364799"/>
                  </a:lnTo>
                  <a:lnTo>
                    <a:pt x="439366" y="368078"/>
                  </a:lnTo>
                  <a:lnTo>
                    <a:pt x="437724" y="370538"/>
                  </a:lnTo>
                  <a:lnTo>
                    <a:pt x="437724" y="371357"/>
                  </a:lnTo>
                  <a:lnTo>
                    <a:pt x="436903" y="372177"/>
                  </a:lnTo>
                  <a:lnTo>
                    <a:pt x="436903" y="372997"/>
                  </a:lnTo>
                  <a:lnTo>
                    <a:pt x="433066" y="378658"/>
                  </a:lnTo>
                  <a:lnTo>
                    <a:pt x="428998" y="384474"/>
                  </a:lnTo>
                  <a:lnTo>
                    <a:pt x="424776" y="390289"/>
                  </a:lnTo>
                  <a:lnTo>
                    <a:pt x="420478" y="395951"/>
                  </a:lnTo>
                  <a:lnTo>
                    <a:pt x="415550" y="400869"/>
                  </a:lnTo>
                  <a:lnTo>
                    <a:pt x="411444" y="405788"/>
                  </a:lnTo>
                  <a:lnTo>
                    <a:pt x="410623" y="406608"/>
                  </a:lnTo>
                  <a:lnTo>
                    <a:pt x="120723" y="406608"/>
                  </a:lnTo>
                  <a:lnTo>
                    <a:pt x="73719" y="428050"/>
                  </a:lnTo>
                  <a:lnTo>
                    <a:pt x="58308" y="435300"/>
                  </a:lnTo>
                  <a:close/>
                </a:path>
                <a:path w="532764" h="533400">
                  <a:moveTo>
                    <a:pt x="441933" y="363416"/>
                  </a:moveTo>
                  <a:lnTo>
                    <a:pt x="261220" y="363416"/>
                  </a:lnTo>
                  <a:lnTo>
                    <a:pt x="279942" y="362955"/>
                  </a:lnTo>
                  <a:lnTo>
                    <a:pt x="298510" y="358497"/>
                  </a:lnTo>
                  <a:lnTo>
                    <a:pt x="332835" y="338976"/>
                  </a:lnTo>
                  <a:lnTo>
                    <a:pt x="362169" y="291019"/>
                  </a:lnTo>
                  <a:lnTo>
                    <a:pt x="365711" y="271640"/>
                  </a:lnTo>
                  <a:lnTo>
                    <a:pt x="365278" y="254001"/>
                  </a:lnTo>
                  <a:lnTo>
                    <a:pt x="352314" y="216420"/>
                  </a:lnTo>
                  <a:lnTo>
                    <a:pt x="327266" y="187318"/>
                  </a:lnTo>
                  <a:lnTo>
                    <a:pt x="292363" y="170513"/>
                  </a:lnTo>
                  <a:lnTo>
                    <a:pt x="273308" y="167439"/>
                  </a:lnTo>
                  <a:lnTo>
                    <a:pt x="515470" y="167439"/>
                  </a:lnTo>
                  <a:lnTo>
                    <a:pt x="515742" y="168053"/>
                  </a:lnTo>
                  <a:lnTo>
                    <a:pt x="514921" y="168053"/>
                  </a:lnTo>
                  <a:lnTo>
                    <a:pt x="501229" y="178493"/>
                  </a:lnTo>
                  <a:lnTo>
                    <a:pt x="487307" y="188855"/>
                  </a:lnTo>
                  <a:lnTo>
                    <a:pt x="473230" y="199064"/>
                  </a:lnTo>
                  <a:lnTo>
                    <a:pt x="459076" y="209042"/>
                  </a:lnTo>
                  <a:lnTo>
                    <a:pt x="460719" y="216420"/>
                  </a:lnTo>
                  <a:lnTo>
                    <a:pt x="463182" y="223798"/>
                  </a:lnTo>
                  <a:lnTo>
                    <a:pt x="464004" y="231176"/>
                  </a:lnTo>
                  <a:lnTo>
                    <a:pt x="465556" y="238682"/>
                  </a:lnTo>
                  <a:lnTo>
                    <a:pt x="466570" y="246342"/>
                  </a:lnTo>
                  <a:lnTo>
                    <a:pt x="467035" y="252798"/>
                  </a:lnTo>
                  <a:lnTo>
                    <a:pt x="467122" y="254001"/>
                  </a:lnTo>
                  <a:lnTo>
                    <a:pt x="467246" y="259573"/>
                  </a:lnTo>
                  <a:lnTo>
                    <a:pt x="467289" y="271345"/>
                  </a:lnTo>
                  <a:lnTo>
                    <a:pt x="516025" y="289444"/>
                  </a:lnTo>
                  <a:lnTo>
                    <a:pt x="532167" y="295938"/>
                  </a:lnTo>
                  <a:lnTo>
                    <a:pt x="531282" y="303457"/>
                  </a:lnTo>
                  <a:lnTo>
                    <a:pt x="530011" y="311206"/>
                  </a:lnTo>
                  <a:lnTo>
                    <a:pt x="528587" y="319110"/>
                  </a:lnTo>
                  <a:lnTo>
                    <a:pt x="527240" y="327090"/>
                  </a:lnTo>
                  <a:lnTo>
                    <a:pt x="525597" y="330369"/>
                  </a:lnTo>
                  <a:lnTo>
                    <a:pt x="525597" y="332828"/>
                  </a:lnTo>
                  <a:lnTo>
                    <a:pt x="524776" y="335287"/>
                  </a:lnTo>
                  <a:lnTo>
                    <a:pt x="523955" y="338566"/>
                  </a:lnTo>
                  <a:lnTo>
                    <a:pt x="522312" y="343485"/>
                  </a:lnTo>
                  <a:lnTo>
                    <a:pt x="519836" y="351337"/>
                  </a:lnTo>
                  <a:lnTo>
                    <a:pt x="517282" y="358958"/>
                  </a:lnTo>
                  <a:lnTo>
                    <a:pt x="516056" y="362340"/>
                  </a:lnTo>
                  <a:lnTo>
                    <a:pt x="442651" y="362340"/>
                  </a:lnTo>
                  <a:lnTo>
                    <a:pt x="441933" y="363416"/>
                  </a:lnTo>
                  <a:close/>
                </a:path>
                <a:path w="532764" h="533400">
                  <a:moveTo>
                    <a:pt x="511636" y="373817"/>
                  </a:moveTo>
                  <a:lnTo>
                    <a:pt x="442651" y="362340"/>
                  </a:lnTo>
                  <a:lnTo>
                    <a:pt x="516056" y="362340"/>
                  </a:lnTo>
                  <a:lnTo>
                    <a:pt x="514575" y="366426"/>
                  </a:lnTo>
                  <a:lnTo>
                    <a:pt x="511636" y="373817"/>
                  </a:lnTo>
                  <a:close/>
                </a:path>
                <a:path w="532764" h="533400">
                  <a:moveTo>
                    <a:pt x="237340" y="532853"/>
                  </a:moveTo>
                  <a:lnTo>
                    <a:pt x="229191" y="531598"/>
                  </a:lnTo>
                  <a:lnTo>
                    <a:pt x="220812" y="530189"/>
                  </a:lnTo>
                  <a:lnTo>
                    <a:pt x="212279" y="528472"/>
                  </a:lnTo>
                  <a:lnTo>
                    <a:pt x="203669" y="526295"/>
                  </a:lnTo>
                  <a:lnTo>
                    <a:pt x="195456" y="524655"/>
                  </a:lnTo>
                  <a:lnTo>
                    <a:pt x="188065" y="522196"/>
                  </a:lnTo>
                  <a:lnTo>
                    <a:pt x="180815" y="520198"/>
                  </a:lnTo>
                  <a:lnTo>
                    <a:pt x="173796" y="517892"/>
                  </a:lnTo>
                  <a:lnTo>
                    <a:pt x="166931" y="515279"/>
                  </a:lnTo>
                  <a:lnTo>
                    <a:pt x="160143" y="512359"/>
                  </a:lnTo>
                  <a:lnTo>
                    <a:pt x="162619" y="495156"/>
                  </a:lnTo>
                  <a:lnTo>
                    <a:pt x="165173" y="478031"/>
                  </a:lnTo>
                  <a:lnTo>
                    <a:pt x="167756" y="461840"/>
                  </a:lnTo>
                  <a:lnTo>
                    <a:pt x="170819" y="444317"/>
                  </a:lnTo>
                  <a:lnTo>
                    <a:pt x="167534" y="441858"/>
                  </a:lnTo>
                  <a:lnTo>
                    <a:pt x="164249" y="440218"/>
                  </a:lnTo>
                  <a:lnTo>
                    <a:pt x="161785" y="438579"/>
                  </a:lnTo>
                  <a:lnTo>
                    <a:pt x="154561" y="434262"/>
                  </a:lnTo>
                  <a:lnTo>
                    <a:pt x="147721" y="429869"/>
                  </a:lnTo>
                  <a:lnTo>
                    <a:pt x="141344" y="425322"/>
                  </a:lnTo>
                  <a:lnTo>
                    <a:pt x="135505" y="420544"/>
                  </a:lnTo>
                  <a:lnTo>
                    <a:pt x="130578" y="415625"/>
                  </a:lnTo>
                  <a:lnTo>
                    <a:pt x="125650" y="411526"/>
                  </a:lnTo>
                  <a:lnTo>
                    <a:pt x="120723" y="406608"/>
                  </a:lnTo>
                  <a:lnTo>
                    <a:pt x="410623" y="406608"/>
                  </a:lnTo>
                  <a:lnTo>
                    <a:pt x="406516" y="410707"/>
                  </a:lnTo>
                  <a:lnTo>
                    <a:pt x="421196" y="442268"/>
                  </a:lnTo>
                  <a:lnTo>
                    <a:pt x="428344" y="457972"/>
                  </a:lnTo>
                  <a:lnTo>
                    <a:pt x="428467" y="458253"/>
                  </a:lnTo>
                  <a:lnTo>
                    <a:pt x="325213" y="458253"/>
                  </a:lnTo>
                  <a:lnTo>
                    <a:pt x="319054" y="460085"/>
                  </a:lnTo>
                  <a:lnTo>
                    <a:pt x="279903" y="467117"/>
                  </a:lnTo>
                  <a:lnTo>
                    <a:pt x="272653" y="467271"/>
                  </a:lnTo>
                  <a:lnTo>
                    <a:pt x="261977" y="467271"/>
                  </a:lnTo>
                  <a:lnTo>
                    <a:pt x="256280" y="483743"/>
                  </a:lnTo>
                  <a:lnTo>
                    <a:pt x="250274" y="500062"/>
                  </a:lnTo>
                  <a:lnTo>
                    <a:pt x="243961" y="516381"/>
                  </a:lnTo>
                  <a:lnTo>
                    <a:pt x="237340" y="532853"/>
                  </a:lnTo>
                  <a:close/>
                </a:path>
                <a:path w="532764" h="533400">
                  <a:moveTo>
                    <a:pt x="366275" y="515638"/>
                  </a:moveTo>
                  <a:lnTo>
                    <a:pt x="356283" y="501484"/>
                  </a:lnTo>
                  <a:lnTo>
                    <a:pt x="336018" y="473214"/>
                  </a:lnTo>
                  <a:lnTo>
                    <a:pt x="326034" y="459073"/>
                  </a:lnTo>
                  <a:lnTo>
                    <a:pt x="325213" y="459073"/>
                  </a:lnTo>
                  <a:lnTo>
                    <a:pt x="325213" y="458253"/>
                  </a:lnTo>
                  <a:lnTo>
                    <a:pt x="428467" y="458253"/>
                  </a:lnTo>
                  <a:lnTo>
                    <a:pt x="435260" y="473829"/>
                  </a:lnTo>
                  <a:lnTo>
                    <a:pt x="400768" y="498422"/>
                  </a:lnTo>
                  <a:lnTo>
                    <a:pt x="377773" y="509899"/>
                  </a:lnTo>
                  <a:lnTo>
                    <a:pt x="374488" y="511539"/>
                  </a:lnTo>
                  <a:lnTo>
                    <a:pt x="370382" y="513178"/>
                  </a:lnTo>
                  <a:lnTo>
                    <a:pt x="366275" y="515638"/>
                  </a:lnTo>
                  <a:close/>
                </a:path>
              </a:pathLst>
            </a:custGeom>
            <a:solidFill>
              <a:srgbClr val="201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4812" y="1665939"/>
              <a:ext cx="168470" cy="16816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28700" y="9067800"/>
            <a:ext cx="14071600" cy="190500"/>
            <a:chOff x="1028700" y="9067800"/>
            <a:chExt cx="14071600" cy="190500"/>
          </a:xfrm>
        </p:grpSpPr>
        <p:sp>
          <p:nvSpPr>
            <p:cNvPr id="9" name="object 9"/>
            <p:cNvSpPr/>
            <p:nvPr/>
          </p:nvSpPr>
          <p:spPr>
            <a:xfrm>
              <a:off x="1028700" y="9067800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40168" y="9067800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51574" y="9067800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44169" y="1647371"/>
            <a:ext cx="1129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Roboto Cn"/>
                <a:cs typeface="Roboto Cn"/>
              </a:rPr>
              <a:t>CONCLUSION</a:t>
            </a:r>
            <a:endParaRPr sz="1600" dirty="0">
              <a:latin typeface="Roboto Cn"/>
              <a:cs typeface="Roboto C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628265" y="8806715"/>
            <a:ext cx="436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10"/>
              </a:lnSpc>
            </a:pPr>
            <a:r>
              <a:rPr sz="3200" b="1" spc="-30" dirty="0">
                <a:latin typeface="Roboto Cn"/>
                <a:cs typeface="Roboto Cn"/>
              </a:rPr>
              <a:t>05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979685" y="1034123"/>
            <a:ext cx="50213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spc="-10" dirty="0">
                <a:solidFill>
                  <a:srgbClr val="201CBD"/>
                </a:solidFill>
                <a:latin typeface="Roboto Cn"/>
                <a:cs typeface="Roboto Cn"/>
              </a:rPr>
              <a:t>IDEOLOGY</a:t>
            </a:r>
            <a:endParaRPr sz="7200" dirty="0">
              <a:latin typeface="Roboto Cn"/>
              <a:cs typeface="Roboto C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18961" y="571500"/>
            <a:ext cx="1500465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5" dirty="0">
                <a:solidFill>
                  <a:srgbClr val="201CBD"/>
                </a:solidFill>
                <a:latin typeface="Roboto Cn"/>
                <a:cs typeface="Roboto Cn"/>
              </a:rPr>
              <a:t>O</a:t>
            </a:r>
            <a:r>
              <a:rPr lang="en-IN" sz="3400" b="1" spc="-25" dirty="0">
                <a:solidFill>
                  <a:srgbClr val="201CBD"/>
                </a:solidFill>
                <a:latin typeface="Roboto Cn"/>
                <a:cs typeface="Roboto Cn"/>
              </a:rPr>
              <a:t>u</a:t>
            </a:r>
            <a:r>
              <a:rPr sz="3400" b="1" spc="-25" dirty="0">
                <a:solidFill>
                  <a:srgbClr val="201CBD"/>
                </a:solidFill>
                <a:latin typeface="Roboto Cn"/>
                <a:cs typeface="Roboto Cn"/>
              </a:rPr>
              <a:t>R</a:t>
            </a:r>
            <a:endParaRPr sz="3400" dirty="0">
              <a:latin typeface="Roboto Cn"/>
              <a:cs typeface="Roboto C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8700" y="2609423"/>
            <a:ext cx="8120380" cy="56217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lang="en-US" sz="2800" b="1" dirty="0"/>
              <a:t>Dream Job Finder</a:t>
            </a:r>
            <a:r>
              <a:rPr lang="en-US" sz="2800" dirty="0"/>
              <a:t> is a one-stop platform designed to support students and job aspirants by providing well-structured resources like handwritten notes, exam prep materials, and previous year papers. Its user-friendly interface helps users easily access reliable content, saving time and boosting learning efficiency. This ultimately enhances their preparation and increases their chances of landing their dream job.</a:t>
            </a:r>
            <a:endParaRPr lang="en-IN" sz="2700" spc="-10" dirty="0">
              <a:latin typeface="Roboto Lt"/>
              <a:cs typeface="Roboto Lt"/>
            </a:endParaRPr>
          </a:p>
          <a:p>
            <a:pPr marL="12700" marR="356235">
              <a:lnSpc>
                <a:spcPct val="131900"/>
              </a:lnSpc>
            </a:pPr>
            <a:endParaRPr sz="2700" dirty="0">
              <a:latin typeface="Roboto Lt"/>
              <a:cs typeface="Roboto 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CECF3E-7932-BD91-5EC6-3BDAFDD94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751" y="0"/>
            <a:ext cx="9234249" cy="9239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A2EEA-1D13-A93F-5E6E-C5A28A486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C050F1-6B3A-B97D-9880-5B6D59C1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DE3C1-AFB7-82F1-24E2-4E7EBD57A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7" y="228600"/>
            <a:ext cx="17919026" cy="100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A99E-961C-822B-DDB8-8BC1BB6D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100"/>
            <a:ext cx="14392376" cy="1236608"/>
          </a:xfrm>
        </p:spPr>
        <p:txBody>
          <a:bodyPr/>
          <a:lstStyle/>
          <a:p>
            <a:r>
              <a:rPr lang="en-IN" sz="4400" dirty="0"/>
              <a:t>Jobs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B7B0-B56C-1A32-B798-718609BF4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79DAF-2363-DBCC-2133-0F04FB5A1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657" y="1104901"/>
            <a:ext cx="17947605" cy="860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11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08304-E29F-A285-E592-2396A34A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8170197" cy="677108"/>
          </a:xfrm>
        </p:spPr>
        <p:txBody>
          <a:bodyPr/>
          <a:lstStyle/>
          <a:p>
            <a:r>
              <a:rPr lang="en-IN" sz="4400" dirty="0"/>
              <a:t>Login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F2EB8-9D25-19C9-B090-0032A9E28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B7786-EAAA-6898-CA89-CB673DE01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1" y="787452"/>
            <a:ext cx="18229099" cy="949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3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9FE2-D840-7C0D-D9C1-4EE91F59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14300"/>
            <a:ext cx="18222591" cy="738664"/>
          </a:xfrm>
        </p:spPr>
        <p:txBody>
          <a:bodyPr/>
          <a:lstStyle/>
          <a:p>
            <a:r>
              <a:rPr lang="en-IN" sz="4800" dirty="0"/>
              <a:t>Register Page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9CD7B-E346-2F71-F0CE-56FBD80BE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AB3CD-1F38-2BEF-0CED-F19B393F2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23900"/>
            <a:ext cx="18271672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5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16042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45A3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738358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254D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48016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45A3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68498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254D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890814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45A3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13129" y="3644988"/>
            <a:ext cx="2555240" cy="1325245"/>
          </a:xfrm>
          <a:custGeom>
            <a:avLst/>
            <a:gdLst/>
            <a:ahLst/>
            <a:cxnLst/>
            <a:rect l="l" t="t" r="r" b="b"/>
            <a:pathLst>
              <a:path w="2555240" h="1325245">
                <a:moveTo>
                  <a:pt x="2554747" y="1325155"/>
                </a:moveTo>
                <a:lnTo>
                  <a:pt x="0" y="1325155"/>
                </a:lnTo>
                <a:lnTo>
                  <a:pt x="0" y="0"/>
                </a:lnTo>
                <a:lnTo>
                  <a:pt x="2554747" y="0"/>
                </a:lnTo>
                <a:lnTo>
                  <a:pt x="2554747" y="1325155"/>
                </a:lnTo>
                <a:close/>
              </a:path>
            </a:pathLst>
          </a:custGeom>
          <a:solidFill>
            <a:srgbClr val="254D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27390" y="4017398"/>
            <a:ext cx="11957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3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13129" y="3644988"/>
            <a:ext cx="2555240" cy="1325245"/>
          </a:xfrm>
          <a:prstGeom prst="rect">
            <a:avLst/>
          </a:prstGeom>
        </p:spPr>
        <p:txBody>
          <a:bodyPr vert="horz" wrap="square" lIns="0" tIns="384810" rIns="0" bIns="0" rtlCol="0">
            <a:spAutoFit/>
          </a:bodyPr>
          <a:lstStyle/>
          <a:p>
            <a:pPr marL="691515">
              <a:lnSpc>
                <a:spcPct val="100000"/>
              </a:lnSpc>
              <a:spcBef>
                <a:spcPts val="303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6</a:t>
            </a:r>
            <a:endParaRPr sz="3200">
              <a:latin typeface="Roboto Cn"/>
              <a:cs typeface="Roboto C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93076" y="3935307"/>
            <a:ext cx="742950" cy="742950"/>
            <a:chOff x="3293076" y="3935307"/>
            <a:chExt cx="742950" cy="742950"/>
          </a:xfrm>
        </p:grpSpPr>
        <p:sp>
          <p:nvSpPr>
            <p:cNvPr id="11" name="object 11"/>
            <p:cNvSpPr/>
            <p:nvPr/>
          </p:nvSpPr>
          <p:spPr>
            <a:xfrm>
              <a:off x="3304333" y="3946563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218" y="720436"/>
                  </a:moveTo>
                  <a:lnTo>
                    <a:pt x="316120" y="717727"/>
                  </a:lnTo>
                  <a:lnTo>
                    <a:pt x="272692" y="709641"/>
                  </a:lnTo>
                  <a:lnTo>
                    <a:pt x="230579" y="696300"/>
                  </a:lnTo>
                  <a:lnTo>
                    <a:pt x="190412" y="677902"/>
                  </a:lnTo>
                  <a:lnTo>
                    <a:pt x="152799" y="654725"/>
                  </a:lnTo>
                  <a:lnTo>
                    <a:pt x="118310" y="627122"/>
                  </a:lnTo>
                  <a:lnTo>
                    <a:pt x="87459" y="595504"/>
                  </a:lnTo>
                  <a:lnTo>
                    <a:pt x="60707" y="560344"/>
                  </a:lnTo>
                  <a:lnTo>
                    <a:pt x="38461" y="522173"/>
                  </a:lnTo>
                  <a:lnTo>
                    <a:pt x="21056" y="481572"/>
                  </a:lnTo>
                  <a:lnTo>
                    <a:pt x="8752" y="439145"/>
                  </a:lnTo>
                  <a:lnTo>
                    <a:pt x="1734" y="395525"/>
                  </a:lnTo>
                  <a:lnTo>
                    <a:pt x="0" y="360218"/>
                  </a:lnTo>
                  <a:lnTo>
                    <a:pt x="108" y="351375"/>
                  </a:lnTo>
                  <a:lnTo>
                    <a:pt x="3898" y="307363"/>
                  </a:lnTo>
                  <a:lnTo>
                    <a:pt x="13047" y="264145"/>
                  </a:lnTo>
                  <a:lnTo>
                    <a:pt x="27419" y="222368"/>
                  </a:lnTo>
                  <a:lnTo>
                    <a:pt x="46798" y="182664"/>
                  </a:lnTo>
                  <a:lnTo>
                    <a:pt x="70888" y="145636"/>
                  </a:lnTo>
                  <a:lnTo>
                    <a:pt x="99329" y="111834"/>
                  </a:lnTo>
                  <a:lnTo>
                    <a:pt x="131698" y="81765"/>
                  </a:lnTo>
                  <a:lnTo>
                    <a:pt x="167504" y="55885"/>
                  </a:lnTo>
                  <a:lnTo>
                    <a:pt x="206204" y="34584"/>
                  </a:lnTo>
                  <a:lnTo>
                    <a:pt x="247221" y="18181"/>
                  </a:lnTo>
                  <a:lnTo>
                    <a:pt x="289943" y="6921"/>
                  </a:lnTo>
                  <a:lnTo>
                    <a:pt x="333721" y="975"/>
                  </a:lnTo>
                  <a:lnTo>
                    <a:pt x="360218" y="0"/>
                  </a:lnTo>
                  <a:lnTo>
                    <a:pt x="369061" y="108"/>
                  </a:lnTo>
                  <a:lnTo>
                    <a:pt x="413073" y="3898"/>
                  </a:lnTo>
                  <a:lnTo>
                    <a:pt x="456290" y="13047"/>
                  </a:lnTo>
                  <a:lnTo>
                    <a:pt x="498067" y="27419"/>
                  </a:lnTo>
                  <a:lnTo>
                    <a:pt x="537771" y="46798"/>
                  </a:lnTo>
                  <a:lnTo>
                    <a:pt x="574799" y="70888"/>
                  </a:lnTo>
                  <a:lnTo>
                    <a:pt x="608601" y="99329"/>
                  </a:lnTo>
                  <a:lnTo>
                    <a:pt x="638670" y="131698"/>
                  </a:lnTo>
                  <a:lnTo>
                    <a:pt x="664551" y="167504"/>
                  </a:lnTo>
                  <a:lnTo>
                    <a:pt x="685851" y="206204"/>
                  </a:lnTo>
                  <a:lnTo>
                    <a:pt x="702254" y="247221"/>
                  </a:lnTo>
                  <a:lnTo>
                    <a:pt x="713514" y="289943"/>
                  </a:lnTo>
                  <a:lnTo>
                    <a:pt x="719460" y="333721"/>
                  </a:lnTo>
                  <a:lnTo>
                    <a:pt x="720436" y="360218"/>
                  </a:lnTo>
                  <a:lnTo>
                    <a:pt x="720327" y="369061"/>
                  </a:lnTo>
                  <a:lnTo>
                    <a:pt x="716537" y="413073"/>
                  </a:lnTo>
                  <a:lnTo>
                    <a:pt x="707388" y="456290"/>
                  </a:lnTo>
                  <a:lnTo>
                    <a:pt x="693016" y="498067"/>
                  </a:lnTo>
                  <a:lnTo>
                    <a:pt x="673638" y="537771"/>
                  </a:lnTo>
                  <a:lnTo>
                    <a:pt x="649548" y="574799"/>
                  </a:lnTo>
                  <a:lnTo>
                    <a:pt x="621107" y="608601"/>
                  </a:lnTo>
                  <a:lnTo>
                    <a:pt x="588738" y="638670"/>
                  </a:lnTo>
                  <a:lnTo>
                    <a:pt x="552931" y="664551"/>
                  </a:lnTo>
                  <a:lnTo>
                    <a:pt x="514231" y="685851"/>
                  </a:lnTo>
                  <a:lnTo>
                    <a:pt x="473214" y="702254"/>
                  </a:lnTo>
                  <a:lnTo>
                    <a:pt x="430493" y="713514"/>
                  </a:lnTo>
                  <a:lnTo>
                    <a:pt x="386714" y="719460"/>
                  </a:lnTo>
                  <a:lnTo>
                    <a:pt x="360218" y="72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93076" y="3935307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4941" y="740050"/>
                  </a:lnTo>
                  <a:lnTo>
                    <a:pt x="280115" y="731584"/>
                  </a:lnTo>
                  <a:lnTo>
                    <a:pt x="237346" y="717903"/>
                  </a:lnTo>
                  <a:lnTo>
                    <a:pt x="196985" y="699359"/>
                  </a:lnTo>
                  <a:lnTo>
                    <a:pt x="159384" y="676301"/>
                  </a:lnTo>
                  <a:lnTo>
                    <a:pt x="124893" y="649081"/>
                  </a:lnTo>
                  <a:lnTo>
                    <a:pt x="93863" y="618050"/>
                  </a:lnTo>
                  <a:lnTo>
                    <a:pt x="66644" y="583558"/>
                  </a:lnTo>
                  <a:lnTo>
                    <a:pt x="43587" y="545957"/>
                  </a:lnTo>
                  <a:lnTo>
                    <a:pt x="25044" y="505597"/>
                  </a:lnTo>
                  <a:lnTo>
                    <a:pt x="11364" y="462829"/>
                  </a:lnTo>
                  <a:lnTo>
                    <a:pt x="2899" y="418005"/>
                  </a:lnTo>
                  <a:lnTo>
                    <a:pt x="0" y="371474"/>
                  </a:lnTo>
                  <a:lnTo>
                    <a:pt x="2899" y="324941"/>
                  </a:lnTo>
                  <a:lnTo>
                    <a:pt x="11364" y="280115"/>
                  </a:lnTo>
                  <a:lnTo>
                    <a:pt x="25044" y="237346"/>
                  </a:lnTo>
                  <a:lnTo>
                    <a:pt x="43587" y="196985"/>
                  </a:lnTo>
                  <a:lnTo>
                    <a:pt x="66644" y="159384"/>
                  </a:lnTo>
                  <a:lnTo>
                    <a:pt x="93921" y="124835"/>
                  </a:lnTo>
                  <a:lnTo>
                    <a:pt x="124893" y="93863"/>
                  </a:lnTo>
                  <a:lnTo>
                    <a:pt x="159384" y="66644"/>
                  </a:lnTo>
                  <a:lnTo>
                    <a:pt x="196985" y="43587"/>
                  </a:lnTo>
                  <a:lnTo>
                    <a:pt x="237346" y="25044"/>
                  </a:lnTo>
                  <a:lnTo>
                    <a:pt x="280115" y="11364"/>
                  </a:lnTo>
                  <a:lnTo>
                    <a:pt x="324941" y="2899"/>
                  </a:lnTo>
                  <a:lnTo>
                    <a:pt x="371474" y="0"/>
                  </a:lnTo>
                  <a:lnTo>
                    <a:pt x="418005" y="2899"/>
                  </a:lnTo>
                  <a:lnTo>
                    <a:pt x="462829" y="11364"/>
                  </a:lnTo>
                  <a:lnTo>
                    <a:pt x="497685" y="22513"/>
                  </a:lnTo>
                  <a:lnTo>
                    <a:pt x="371474" y="22513"/>
                  </a:lnTo>
                  <a:lnTo>
                    <a:pt x="324186" y="25705"/>
                  </a:lnTo>
                  <a:lnTo>
                    <a:pt x="278812" y="34999"/>
                  </a:lnTo>
                  <a:lnTo>
                    <a:pt x="235770" y="49979"/>
                  </a:lnTo>
                  <a:lnTo>
                    <a:pt x="195481" y="70224"/>
                  </a:lnTo>
                  <a:lnTo>
                    <a:pt x="158363" y="95315"/>
                  </a:lnTo>
                  <a:lnTo>
                    <a:pt x="124835" y="124835"/>
                  </a:lnTo>
                  <a:lnTo>
                    <a:pt x="95315" y="158363"/>
                  </a:lnTo>
                  <a:lnTo>
                    <a:pt x="70224" y="195481"/>
                  </a:lnTo>
                  <a:lnTo>
                    <a:pt x="49979" y="235770"/>
                  </a:lnTo>
                  <a:lnTo>
                    <a:pt x="34999" y="278812"/>
                  </a:lnTo>
                  <a:lnTo>
                    <a:pt x="25705" y="324186"/>
                  </a:lnTo>
                  <a:lnTo>
                    <a:pt x="22513" y="371474"/>
                  </a:lnTo>
                  <a:lnTo>
                    <a:pt x="25653" y="418005"/>
                  </a:lnTo>
                  <a:lnTo>
                    <a:pt x="25705" y="418763"/>
                  </a:lnTo>
                  <a:lnTo>
                    <a:pt x="34999" y="464137"/>
                  </a:lnTo>
                  <a:lnTo>
                    <a:pt x="49979" y="507179"/>
                  </a:lnTo>
                  <a:lnTo>
                    <a:pt x="70224" y="547468"/>
                  </a:lnTo>
                  <a:lnTo>
                    <a:pt x="95315" y="584586"/>
                  </a:lnTo>
                  <a:lnTo>
                    <a:pt x="124778" y="618050"/>
                  </a:lnTo>
                  <a:lnTo>
                    <a:pt x="158363" y="647634"/>
                  </a:lnTo>
                  <a:lnTo>
                    <a:pt x="195481" y="672725"/>
                  </a:lnTo>
                  <a:lnTo>
                    <a:pt x="235770" y="692970"/>
                  </a:lnTo>
                  <a:lnTo>
                    <a:pt x="278812" y="707950"/>
                  </a:lnTo>
                  <a:lnTo>
                    <a:pt x="324186" y="717244"/>
                  </a:lnTo>
                  <a:lnTo>
                    <a:pt x="371474" y="720436"/>
                  </a:lnTo>
                  <a:lnTo>
                    <a:pt x="497680" y="720436"/>
                  </a:lnTo>
                  <a:lnTo>
                    <a:pt x="462829" y="731584"/>
                  </a:lnTo>
                  <a:lnTo>
                    <a:pt x="418005" y="740050"/>
                  </a:lnTo>
                  <a:lnTo>
                    <a:pt x="371474" y="742949"/>
                  </a:lnTo>
                  <a:close/>
                </a:path>
                <a:path w="742950" h="742950">
                  <a:moveTo>
                    <a:pt x="497680" y="720436"/>
                  </a:moveTo>
                  <a:lnTo>
                    <a:pt x="371474" y="720436"/>
                  </a:lnTo>
                  <a:lnTo>
                    <a:pt x="418763" y="717244"/>
                  </a:lnTo>
                  <a:lnTo>
                    <a:pt x="464137" y="707950"/>
                  </a:lnTo>
                  <a:lnTo>
                    <a:pt x="507179" y="692970"/>
                  </a:lnTo>
                  <a:lnTo>
                    <a:pt x="547468" y="672725"/>
                  </a:lnTo>
                  <a:lnTo>
                    <a:pt x="584586" y="647634"/>
                  </a:lnTo>
                  <a:lnTo>
                    <a:pt x="618171" y="618050"/>
                  </a:lnTo>
                  <a:lnTo>
                    <a:pt x="647634" y="584586"/>
                  </a:lnTo>
                  <a:lnTo>
                    <a:pt x="672725" y="547468"/>
                  </a:lnTo>
                  <a:lnTo>
                    <a:pt x="692970" y="507179"/>
                  </a:lnTo>
                  <a:lnTo>
                    <a:pt x="707950" y="464137"/>
                  </a:lnTo>
                  <a:lnTo>
                    <a:pt x="717244" y="418763"/>
                  </a:lnTo>
                  <a:lnTo>
                    <a:pt x="720436" y="371474"/>
                  </a:lnTo>
                  <a:lnTo>
                    <a:pt x="717295" y="324941"/>
                  </a:lnTo>
                  <a:lnTo>
                    <a:pt x="717244" y="324186"/>
                  </a:lnTo>
                  <a:lnTo>
                    <a:pt x="707950" y="278812"/>
                  </a:lnTo>
                  <a:lnTo>
                    <a:pt x="692970" y="235770"/>
                  </a:lnTo>
                  <a:lnTo>
                    <a:pt x="672725" y="195481"/>
                  </a:lnTo>
                  <a:lnTo>
                    <a:pt x="647634" y="158363"/>
                  </a:lnTo>
                  <a:lnTo>
                    <a:pt x="618114" y="124835"/>
                  </a:lnTo>
                  <a:lnTo>
                    <a:pt x="584586" y="95315"/>
                  </a:lnTo>
                  <a:lnTo>
                    <a:pt x="547468" y="70224"/>
                  </a:lnTo>
                  <a:lnTo>
                    <a:pt x="507179" y="49979"/>
                  </a:lnTo>
                  <a:lnTo>
                    <a:pt x="464137" y="34999"/>
                  </a:lnTo>
                  <a:lnTo>
                    <a:pt x="418763" y="25705"/>
                  </a:lnTo>
                  <a:lnTo>
                    <a:pt x="371474" y="22513"/>
                  </a:lnTo>
                  <a:lnTo>
                    <a:pt x="497685" y="22513"/>
                  </a:lnTo>
                  <a:lnTo>
                    <a:pt x="545957" y="43587"/>
                  </a:lnTo>
                  <a:lnTo>
                    <a:pt x="583558" y="66644"/>
                  </a:lnTo>
                  <a:lnTo>
                    <a:pt x="618050" y="93863"/>
                  </a:lnTo>
                  <a:lnTo>
                    <a:pt x="649023" y="124835"/>
                  </a:lnTo>
                  <a:lnTo>
                    <a:pt x="676301" y="159384"/>
                  </a:lnTo>
                  <a:lnTo>
                    <a:pt x="699359" y="196985"/>
                  </a:lnTo>
                  <a:lnTo>
                    <a:pt x="717903" y="237346"/>
                  </a:lnTo>
                  <a:lnTo>
                    <a:pt x="731584" y="280115"/>
                  </a:lnTo>
                  <a:lnTo>
                    <a:pt x="740050" y="324941"/>
                  </a:lnTo>
                  <a:lnTo>
                    <a:pt x="742949" y="371474"/>
                  </a:lnTo>
                  <a:lnTo>
                    <a:pt x="740050" y="418005"/>
                  </a:lnTo>
                  <a:lnTo>
                    <a:pt x="731584" y="462829"/>
                  </a:lnTo>
                  <a:lnTo>
                    <a:pt x="717903" y="505597"/>
                  </a:lnTo>
                  <a:lnTo>
                    <a:pt x="699359" y="545957"/>
                  </a:lnTo>
                  <a:lnTo>
                    <a:pt x="676301" y="583558"/>
                  </a:lnTo>
                  <a:lnTo>
                    <a:pt x="649081" y="618050"/>
                  </a:lnTo>
                  <a:lnTo>
                    <a:pt x="618050" y="649081"/>
                  </a:lnTo>
                  <a:lnTo>
                    <a:pt x="583558" y="676301"/>
                  </a:lnTo>
                  <a:lnTo>
                    <a:pt x="545957" y="699359"/>
                  </a:lnTo>
                  <a:lnTo>
                    <a:pt x="505597" y="717903"/>
                  </a:lnTo>
                  <a:lnTo>
                    <a:pt x="497680" y="720436"/>
                  </a:lnTo>
                  <a:close/>
                </a:path>
              </a:pathLst>
            </a:custGeom>
            <a:solidFill>
              <a:srgbClr val="F69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02226" y="4166289"/>
              <a:ext cx="170180" cy="281305"/>
            </a:xfrm>
            <a:custGeom>
              <a:avLst/>
              <a:gdLst/>
              <a:ahLst/>
              <a:cxnLst/>
              <a:rect l="l" t="t" r="r" b="b"/>
              <a:pathLst>
                <a:path w="170179" h="281304">
                  <a:moveTo>
                    <a:pt x="32487" y="280985"/>
                  </a:moveTo>
                  <a:lnTo>
                    <a:pt x="0" y="249766"/>
                  </a:lnTo>
                  <a:lnTo>
                    <a:pt x="106737" y="139014"/>
                  </a:lnTo>
                  <a:lnTo>
                    <a:pt x="240" y="31751"/>
                  </a:lnTo>
                  <a:lnTo>
                    <a:pt x="32224" y="0"/>
                  </a:lnTo>
                  <a:lnTo>
                    <a:pt x="169707" y="138511"/>
                  </a:lnTo>
                  <a:lnTo>
                    <a:pt x="32487" y="280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710"/>
              </a:lnSpc>
              <a:spcBef>
                <a:spcPts val="100"/>
              </a:spcBef>
            </a:pPr>
            <a:r>
              <a:rPr spc="-265" dirty="0">
                <a:solidFill>
                  <a:srgbClr val="0177BD"/>
                </a:solidFill>
              </a:rPr>
              <a:t>PROJECT</a:t>
            </a:r>
          </a:p>
          <a:p>
            <a:pPr algn="ctr">
              <a:lnSpc>
                <a:spcPts val="8510"/>
              </a:lnSpc>
            </a:pPr>
            <a:r>
              <a:rPr sz="7200" b="1" spc="-10" dirty="0">
                <a:solidFill>
                  <a:srgbClr val="201CBD"/>
                </a:solidFill>
                <a:latin typeface="Roboto Cn"/>
                <a:cs typeface="Roboto Cn"/>
              </a:rPr>
              <a:t>PROCESS</a:t>
            </a:r>
            <a:endParaRPr sz="7200">
              <a:latin typeface="Roboto Cn"/>
              <a:cs typeface="Roboto C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95417" y="4017398"/>
            <a:ext cx="11957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1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17733" y="4017398"/>
            <a:ext cx="11957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2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47873" y="4017398"/>
            <a:ext cx="11957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4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70188" y="4017398"/>
            <a:ext cx="11957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Roboto Cn"/>
                <a:cs typeface="Roboto Cn"/>
              </a:rPr>
              <a:t>STEP</a:t>
            </a:r>
            <a:r>
              <a:rPr sz="3200" b="1" spc="185" dirty="0">
                <a:latin typeface="Roboto Cn"/>
                <a:cs typeface="Roboto Cn"/>
              </a:rPr>
              <a:t> </a:t>
            </a:r>
            <a:r>
              <a:rPr sz="3200" b="1" spc="-50" dirty="0">
                <a:latin typeface="Roboto Cn"/>
                <a:cs typeface="Roboto Cn"/>
              </a:rPr>
              <a:t>5</a:t>
            </a:r>
            <a:endParaRPr sz="3200">
              <a:latin typeface="Roboto Cn"/>
              <a:cs typeface="Roboto C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3342" y="5260198"/>
            <a:ext cx="25736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4820">
              <a:lnSpc>
                <a:spcPct val="115399"/>
              </a:lnSpc>
              <a:spcBef>
                <a:spcPts val="100"/>
              </a:spcBef>
            </a:pPr>
            <a:r>
              <a:rPr sz="2600" b="1" dirty="0">
                <a:latin typeface="Roboto Cn"/>
                <a:cs typeface="Roboto Cn"/>
              </a:rPr>
              <a:t>Selection</a:t>
            </a:r>
            <a:r>
              <a:rPr sz="2600" b="1" spc="140" dirty="0">
                <a:latin typeface="Roboto Cn"/>
                <a:cs typeface="Roboto Cn"/>
              </a:rPr>
              <a:t> </a:t>
            </a:r>
            <a:r>
              <a:rPr sz="2600" b="1" spc="-25" dirty="0">
                <a:latin typeface="Roboto Cn"/>
                <a:cs typeface="Roboto Cn"/>
              </a:rPr>
              <a:t>Of </a:t>
            </a:r>
            <a:r>
              <a:rPr sz="2600" b="1" dirty="0">
                <a:latin typeface="Roboto Cn"/>
                <a:cs typeface="Roboto Cn"/>
              </a:rPr>
              <a:t>Problem</a:t>
            </a:r>
            <a:r>
              <a:rPr sz="2600" b="1" spc="130" dirty="0">
                <a:latin typeface="Roboto Cn"/>
                <a:cs typeface="Roboto Cn"/>
              </a:rPr>
              <a:t> </a:t>
            </a:r>
            <a:r>
              <a:rPr sz="2600" b="1" spc="-10" dirty="0">
                <a:latin typeface="Roboto Cn"/>
                <a:cs typeface="Roboto Cn"/>
              </a:rPr>
              <a:t>Statement</a:t>
            </a:r>
            <a:endParaRPr sz="2600">
              <a:latin typeface="Roboto Cn"/>
              <a:cs typeface="Roboto C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01433" y="5261460"/>
            <a:ext cx="1847214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8915">
              <a:lnSpc>
                <a:spcPct val="115700"/>
              </a:lnSpc>
              <a:spcBef>
                <a:spcPts val="100"/>
              </a:spcBef>
            </a:pPr>
            <a:r>
              <a:rPr sz="2700" b="1" spc="-10" dirty="0">
                <a:latin typeface="Roboto Cn"/>
                <a:cs typeface="Roboto Cn"/>
              </a:rPr>
              <a:t>Producing </a:t>
            </a:r>
            <a:r>
              <a:rPr sz="2700" b="1" dirty="0">
                <a:latin typeface="Roboto Cn"/>
                <a:cs typeface="Roboto Cn"/>
              </a:rPr>
              <a:t>Concept</a:t>
            </a:r>
            <a:r>
              <a:rPr sz="2700" b="1" spc="110" dirty="0">
                <a:latin typeface="Roboto Cn"/>
                <a:cs typeface="Roboto Cn"/>
              </a:rPr>
              <a:t> </a:t>
            </a:r>
            <a:r>
              <a:rPr sz="2700" b="1" spc="-20" dirty="0">
                <a:latin typeface="Roboto Cn"/>
                <a:cs typeface="Roboto Cn"/>
              </a:rPr>
              <a:t>Plan</a:t>
            </a:r>
            <a:endParaRPr sz="2700">
              <a:latin typeface="Roboto Cn"/>
              <a:cs typeface="Roboto C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12502" y="5260198"/>
            <a:ext cx="24663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2575">
              <a:lnSpc>
                <a:spcPct val="115399"/>
              </a:lnSpc>
              <a:spcBef>
                <a:spcPts val="100"/>
              </a:spcBef>
            </a:pPr>
            <a:r>
              <a:rPr sz="2600" b="1" dirty="0">
                <a:latin typeface="Roboto Cn"/>
                <a:cs typeface="Roboto Cn"/>
              </a:rPr>
              <a:t>Designing</a:t>
            </a:r>
            <a:r>
              <a:rPr sz="2600" b="1" spc="130" dirty="0">
                <a:latin typeface="Roboto Cn"/>
                <a:cs typeface="Roboto Cn"/>
              </a:rPr>
              <a:t> </a:t>
            </a:r>
            <a:r>
              <a:rPr sz="2600" b="1" spc="-25" dirty="0">
                <a:latin typeface="Roboto Cn"/>
                <a:cs typeface="Roboto Cn"/>
              </a:rPr>
              <a:t>and </a:t>
            </a:r>
            <a:r>
              <a:rPr sz="2600" b="1" dirty="0">
                <a:latin typeface="Roboto Cn"/>
                <a:cs typeface="Roboto Cn"/>
              </a:rPr>
              <a:t>Prototyping</a:t>
            </a:r>
            <a:r>
              <a:rPr sz="2600" b="1" spc="95" dirty="0">
                <a:latin typeface="Roboto Cn"/>
                <a:cs typeface="Roboto Cn"/>
              </a:rPr>
              <a:t> </a:t>
            </a:r>
            <a:r>
              <a:rPr sz="2600" b="1" spc="-20" dirty="0">
                <a:latin typeface="Roboto Cn"/>
                <a:cs typeface="Roboto Cn"/>
              </a:rPr>
              <a:t>Phase</a:t>
            </a:r>
            <a:endParaRPr sz="2600">
              <a:latin typeface="Roboto Cn"/>
              <a:cs typeface="Roboto C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90963" y="5321234"/>
            <a:ext cx="17538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latin typeface="Roboto Cn"/>
                <a:cs typeface="Roboto Cn"/>
              </a:rPr>
              <a:t>Development</a:t>
            </a:r>
            <a:endParaRPr sz="2600">
              <a:latin typeface="Roboto Cn"/>
              <a:cs typeface="Roboto C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92753" y="5260198"/>
            <a:ext cx="15951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15399"/>
              </a:lnSpc>
              <a:spcBef>
                <a:spcPts val="100"/>
              </a:spcBef>
            </a:pPr>
            <a:r>
              <a:rPr sz="2600" b="1" dirty="0">
                <a:latin typeface="Roboto Cn"/>
                <a:cs typeface="Roboto Cn"/>
              </a:rPr>
              <a:t>Testing</a:t>
            </a:r>
            <a:r>
              <a:rPr sz="2600" b="1" spc="229" dirty="0">
                <a:latin typeface="Roboto Cn"/>
                <a:cs typeface="Roboto Cn"/>
              </a:rPr>
              <a:t> </a:t>
            </a:r>
            <a:r>
              <a:rPr sz="2600" b="1" spc="-25" dirty="0">
                <a:latin typeface="Roboto Cn"/>
                <a:cs typeface="Roboto Cn"/>
              </a:rPr>
              <a:t>and </a:t>
            </a:r>
            <a:r>
              <a:rPr sz="2600" b="1" spc="-10" dirty="0">
                <a:latin typeface="Roboto Cn"/>
                <a:cs typeface="Roboto Cn"/>
              </a:rPr>
              <a:t>Deployment</a:t>
            </a:r>
            <a:endParaRPr sz="2600">
              <a:latin typeface="Roboto Cn"/>
              <a:cs typeface="Roboto C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60632" y="5307641"/>
            <a:ext cx="250952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5399"/>
              </a:lnSpc>
              <a:spcBef>
                <a:spcPts val="100"/>
              </a:spcBef>
            </a:pPr>
            <a:r>
              <a:rPr sz="2600" b="1" dirty="0">
                <a:latin typeface="Roboto Cn"/>
                <a:cs typeface="Roboto Cn"/>
              </a:rPr>
              <a:t>Understanding</a:t>
            </a:r>
            <a:r>
              <a:rPr sz="2600" b="1" spc="80" dirty="0">
                <a:latin typeface="Roboto Cn"/>
                <a:cs typeface="Roboto Cn"/>
              </a:rPr>
              <a:t> </a:t>
            </a:r>
            <a:r>
              <a:rPr sz="2600" b="1" spc="-25" dirty="0">
                <a:latin typeface="Roboto Cn"/>
                <a:cs typeface="Roboto Cn"/>
              </a:rPr>
              <a:t>and </a:t>
            </a:r>
            <a:r>
              <a:rPr sz="2600" b="1" dirty="0">
                <a:latin typeface="Roboto Cn"/>
                <a:cs typeface="Roboto Cn"/>
              </a:rPr>
              <a:t>Analyzing</a:t>
            </a:r>
            <a:r>
              <a:rPr sz="2600" b="1" spc="155" dirty="0">
                <a:latin typeface="Roboto Cn"/>
                <a:cs typeface="Roboto Cn"/>
              </a:rPr>
              <a:t> </a:t>
            </a:r>
            <a:r>
              <a:rPr sz="2600" b="1" spc="-10" dirty="0">
                <a:latin typeface="Roboto Cn"/>
                <a:cs typeface="Roboto Cn"/>
              </a:rPr>
              <a:t>Project Requirements</a:t>
            </a:r>
            <a:endParaRPr sz="2600">
              <a:latin typeface="Roboto Cn"/>
              <a:cs typeface="Roboto C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051080" y="3935268"/>
            <a:ext cx="742950" cy="742950"/>
            <a:chOff x="6051080" y="3935268"/>
            <a:chExt cx="742950" cy="742950"/>
          </a:xfrm>
        </p:grpSpPr>
        <p:sp>
          <p:nvSpPr>
            <p:cNvPr id="26" name="object 26"/>
            <p:cNvSpPr/>
            <p:nvPr/>
          </p:nvSpPr>
          <p:spPr>
            <a:xfrm>
              <a:off x="6062337" y="3946525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218" y="720436"/>
                  </a:moveTo>
                  <a:lnTo>
                    <a:pt x="316120" y="717727"/>
                  </a:lnTo>
                  <a:lnTo>
                    <a:pt x="272692" y="709641"/>
                  </a:lnTo>
                  <a:lnTo>
                    <a:pt x="230579" y="696300"/>
                  </a:lnTo>
                  <a:lnTo>
                    <a:pt x="190412" y="677902"/>
                  </a:lnTo>
                  <a:lnTo>
                    <a:pt x="152799" y="654725"/>
                  </a:lnTo>
                  <a:lnTo>
                    <a:pt x="118310" y="627122"/>
                  </a:lnTo>
                  <a:lnTo>
                    <a:pt x="87459" y="595504"/>
                  </a:lnTo>
                  <a:lnTo>
                    <a:pt x="60707" y="560344"/>
                  </a:lnTo>
                  <a:lnTo>
                    <a:pt x="38461" y="522173"/>
                  </a:lnTo>
                  <a:lnTo>
                    <a:pt x="21056" y="481572"/>
                  </a:lnTo>
                  <a:lnTo>
                    <a:pt x="8752" y="439145"/>
                  </a:lnTo>
                  <a:lnTo>
                    <a:pt x="1734" y="395525"/>
                  </a:lnTo>
                  <a:lnTo>
                    <a:pt x="0" y="360218"/>
                  </a:lnTo>
                  <a:lnTo>
                    <a:pt x="108" y="351375"/>
                  </a:lnTo>
                  <a:lnTo>
                    <a:pt x="3898" y="307363"/>
                  </a:lnTo>
                  <a:lnTo>
                    <a:pt x="13047" y="264145"/>
                  </a:lnTo>
                  <a:lnTo>
                    <a:pt x="27419" y="222368"/>
                  </a:lnTo>
                  <a:lnTo>
                    <a:pt x="46798" y="182664"/>
                  </a:lnTo>
                  <a:lnTo>
                    <a:pt x="70888" y="145636"/>
                  </a:lnTo>
                  <a:lnTo>
                    <a:pt x="99329" y="111834"/>
                  </a:lnTo>
                  <a:lnTo>
                    <a:pt x="131698" y="81765"/>
                  </a:lnTo>
                  <a:lnTo>
                    <a:pt x="167504" y="55885"/>
                  </a:lnTo>
                  <a:lnTo>
                    <a:pt x="206204" y="34584"/>
                  </a:lnTo>
                  <a:lnTo>
                    <a:pt x="247221" y="18181"/>
                  </a:lnTo>
                  <a:lnTo>
                    <a:pt x="289943" y="6921"/>
                  </a:lnTo>
                  <a:lnTo>
                    <a:pt x="333721" y="975"/>
                  </a:lnTo>
                  <a:lnTo>
                    <a:pt x="360218" y="0"/>
                  </a:lnTo>
                  <a:lnTo>
                    <a:pt x="369061" y="108"/>
                  </a:lnTo>
                  <a:lnTo>
                    <a:pt x="413073" y="3898"/>
                  </a:lnTo>
                  <a:lnTo>
                    <a:pt x="456290" y="13047"/>
                  </a:lnTo>
                  <a:lnTo>
                    <a:pt x="498067" y="27419"/>
                  </a:lnTo>
                  <a:lnTo>
                    <a:pt x="537771" y="46798"/>
                  </a:lnTo>
                  <a:lnTo>
                    <a:pt x="574799" y="70888"/>
                  </a:lnTo>
                  <a:lnTo>
                    <a:pt x="608601" y="99329"/>
                  </a:lnTo>
                  <a:lnTo>
                    <a:pt x="638670" y="131698"/>
                  </a:lnTo>
                  <a:lnTo>
                    <a:pt x="664551" y="167504"/>
                  </a:lnTo>
                  <a:lnTo>
                    <a:pt x="685851" y="206204"/>
                  </a:lnTo>
                  <a:lnTo>
                    <a:pt x="702254" y="247221"/>
                  </a:lnTo>
                  <a:lnTo>
                    <a:pt x="713514" y="289943"/>
                  </a:lnTo>
                  <a:lnTo>
                    <a:pt x="719460" y="333721"/>
                  </a:lnTo>
                  <a:lnTo>
                    <a:pt x="720436" y="360218"/>
                  </a:lnTo>
                  <a:lnTo>
                    <a:pt x="720327" y="369061"/>
                  </a:lnTo>
                  <a:lnTo>
                    <a:pt x="716537" y="413073"/>
                  </a:lnTo>
                  <a:lnTo>
                    <a:pt x="707388" y="456290"/>
                  </a:lnTo>
                  <a:lnTo>
                    <a:pt x="693016" y="498067"/>
                  </a:lnTo>
                  <a:lnTo>
                    <a:pt x="673638" y="537771"/>
                  </a:lnTo>
                  <a:lnTo>
                    <a:pt x="649548" y="574799"/>
                  </a:lnTo>
                  <a:lnTo>
                    <a:pt x="621107" y="608601"/>
                  </a:lnTo>
                  <a:lnTo>
                    <a:pt x="588738" y="638670"/>
                  </a:lnTo>
                  <a:lnTo>
                    <a:pt x="552931" y="664551"/>
                  </a:lnTo>
                  <a:lnTo>
                    <a:pt x="514231" y="685851"/>
                  </a:lnTo>
                  <a:lnTo>
                    <a:pt x="473214" y="702254"/>
                  </a:lnTo>
                  <a:lnTo>
                    <a:pt x="430493" y="713514"/>
                  </a:lnTo>
                  <a:lnTo>
                    <a:pt x="386714" y="719460"/>
                  </a:lnTo>
                  <a:lnTo>
                    <a:pt x="360218" y="72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51080" y="3935268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4941" y="740050"/>
                  </a:lnTo>
                  <a:lnTo>
                    <a:pt x="280115" y="731584"/>
                  </a:lnTo>
                  <a:lnTo>
                    <a:pt x="237346" y="717903"/>
                  </a:lnTo>
                  <a:lnTo>
                    <a:pt x="196985" y="699359"/>
                  </a:lnTo>
                  <a:lnTo>
                    <a:pt x="159384" y="676301"/>
                  </a:lnTo>
                  <a:lnTo>
                    <a:pt x="124893" y="649081"/>
                  </a:lnTo>
                  <a:lnTo>
                    <a:pt x="93863" y="618050"/>
                  </a:lnTo>
                  <a:lnTo>
                    <a:pt x="66644" y="583558"/>
                  </a:lnTo>
                  <a:lnTo>
                    <a:pt x="43587" y="545957"/>
                  </a:lnTo>
                  <a:lnTo>
                    <a:pt x="25044" y="505597"/>
                  </a:lnTo>
                  <a:lnTo>
                    <a:pt x="11364" y="462829"/>
                  </a:lnTo>
                  <a:lnTo>
                    <a:pt x="2899" y="418005"/>
                  </a:lnTo>
                  <a:lnTo>
                    <a:pt x="0" y="371474"/>
                  </a:lnTo>
                  <a:lnTo>
                    <a:pt x="2899" y="324941"/>
                  </a:lnTo>
                  <a:lnTo>
                    <a:pt x="11364" y="280115"/>
                  </a:lnTo>
                  <a:lnTo>
                    <a:pt x="25044" y="237346"/>
                  </a:lnTo>
                  <a:lnTo>
                    <a:pt x="43587" y="196985"/>
                  </a:lnTo>
                  <a:lnTo>
                    <a:pt x="66644" y="159384"/>
                  </a:lnTo>
                  <a:lnTo>
                    <a:pt x="93921" y="124835"/>
                  </a:lnTo>
                  <a:lnTo>
                    <a:pt x="124893" y="93863"/>
                  </a:lnTo>
                  <a:lnTo>
                    <a:pt x="159384" y="66644"/>
                  </a:lnTo>
                  <a:lnTo>
                    <a:pt x="196985" y="43587"/>
                  </a:lnTo>
                  <a:lnTo>
                    <a:pt x="237346" y="25044"/>
                  </a:lnTo>
                  <a:lnTo>
                    <a:pt x="280115" y="11364"/>
                  </a:lnTo>
                  <a:lnTo>
                    <a:pt x="324941" y="2899"/>
                  </a:lnTo>
                  <a:lnTo>
                    <a:pt x="371474" y="0"/>
                  </a:lnTo>
                  <a:lnTo>
                    <a:pt x="418005" y="2899"/>
                  </a:lnTo>
                  <a:lnTo>
                    <a:pt x="462829" y="11364"/>
                  </a:lnTo>
                  <a:lnTo>
                    <a:pt x="497685" y="22513"/>
                  </a:lnTo>
                  <a:lnTo>
                    <a:pt x="371474" y="22513"/>
                  </a:lnTo>
                  <a:lnTo>
                    <a:pt x="324186" y="25705"/>
                  </a:lnTo>
                  <a:lnTo>
                    <a:pt x="278812" y="34999"/>
                  </a:lnTo>
                  <a:lnTo>
                    <a:pt x="235770" y="49979"/>
                  </a:lnTo>
                  <a:lnTo>
                    <a:pt x="195481" y="70224"/>
                  </a:lnTo>
                  <a:lnTo>
                    <a:pt x="158363" y="95315"/>
                  </a:lnTo>
                  <a:lnTo>
                    <a:pt x="124835" y="124835"/>
                  </a:lnTo>
                  <a:lnTo>
                    <a:pt x="95315" y="158363"/>
                  </a:lnTo>
                  <a:lnTo>
                    <a:pt x="70224" y="195481"/>
                  </a:lnTo>
                  <a:lnTo>
                    <a:pt x="49979" y="235770"/>
                  </a:lnTo>
                  <a:lnTo>
                    <a:pt x="34999" y="278812"/>
                  </a:lnTo>
                  <a:lnTo>
                    <a:pt x="25705" y="324186"/>
                  </a:lnTo>
                  <a:lnTo>
                    <a:pt x="22513" y="371474"/>
                  </a:lnTo>
                  <a:lnTo>
                    <a:pt x="25653" y="418005"/>
                  </a:lnTo>
                  <a:lnTo>
                    <a:pt x="25705" y="418763"/>
                  </a:lnTo>
                  <a:lnTo>
                    <a:pt x="34999" y="464137"/>
                  </a:lnTo>
                  <a:lnTo>
                    <a:pt x="49979" y="507179"/>
                  </a:lnTo>
                  <a:lnTo>
                    <a:pt x="70224" y="547468"/>
                  </a:lnTo>
                  <a:lnTo>
                    <a:pt x="95315" y="584586"/>
                  </a:lnTo>
                  <a:lnTo>
                    <a:pt x="124778" y="618050"/>
                  </a:lnTo>
                  <a:lnTo>
                    <a:pt x="158363" y="647634"/>
                  </a:lnTo>
                  <a:lnTo>
                    <a:pt x="195481" y="672725"/>
                  </a:lnTo>
                  <a:lnTo>
                    <a:pt x="235770" y="692970"/>
                  </a:lnTo>
                  <a:lnTo>
                    <a:pt x="278812" y="707950"/>
                  </a:lnTo>
                  <a:lnTo>
                    <a:pt x="324186" y="717244"/>
                  </a:lnTo>
                  <a:lnTo>
                    <a:pt x="371474" y="720436"/>
                  </a:lnTo>
                  <a:lnTo>
                    <a:pt x="497680" y="720436"/>
                  </a:lnTo>
                  <a:lnTo>
                    <a:pt x="462829" y="731584"/>
                  </a:lnTo>
                  <a:lnTo>
                    <a:pt x="418005" y="740050"/>
                  </a:lnTo>
                  <a:lnTo>
                    <a:pt x="371474" y="742949"/>
                  </a:lnTo>
                  <a:close/>
                </a:path>
                <a:path w="742950" h="742950">
                  <a:moveTo>
                    <a:pt x="497680" y="720436"/>
                  </a:moveTo>
                  <a:lnTo>
                    <a:pt x="371474" y="720436"/>
                  </a:lnTo>
                  <a:lnTo>
                    <a:pt x="418763" y="717244"/>
                  </a:lnTo>
                  <a:lnTo>
                    <a:pt x="464137" y="707950"/>
                  </a:lnTo>
                  <a:lnTo>
                    <a:pt x="507179" y="692970"/>
                  </a:lnTo>
                  <a:lnTo>
                    <a:pt x="547468" y="672725"/>
                  </a:lnTo>
                  <a:lnTo>
                    <a:pt x="584586" y="647634"/>
                  </a:lnTo>
                  <a:lnTo>
                    <a:pt x="618171" y="618050"/>
                  </a:lnTo>
                  <a:lnTo>
                    <a:pt x="647634" y="584586"/>
                  </a:lnTo>
                  <a:lnTo>
                    <a:pt x="672725" y="547468"/>
                  </a:lnTo>
                  <a:lnTo>
                    <a:pt x="692970" y="507179"/>
                  </a:lnTo>
                  <a:lnTo>
                    <a:pt x="707950" y="464137"/>
                  </a:lnTo>
                  <a:lnTo>
                    <a:pt x="717244" y="418763"/>
                  </a:lnTo>
                  <a:lnTo>
                    <a:pt x="720436" y="371474"/>
                  </a:lnTo>
                  <a:lnTo>
                    <a:pt x="717295" y="324941"/>
                  </a:lnTo>
                  <a:lnTo>
                    <a:pt x="717244" y="324186"/>
                  </a:lnTo>
                  <a:lnTo>
                    <a:pt x="707950" y="278812"/>
                  </a:lnTo>
                  <a:lnTo>
                    <a:pt x="692970" y="235770"/>
                  </a:lnTo>
                  <a:lnTo>
                    <a:pt x="672725" y="195481"/>
                  </a:lnTo>
                  <a:lnTo>
                    <a:pt x="647634" y="158363"/>
                  </a:lnTo>
                  <a:lnTo>
                    <a:pt x="618114" y="124835"/>
                  </a:lnTo>
                  <a:lnTo>
                    <a:pt x="584586" y="95315"/>
                  </a:lnTo>
                  <a:lnTo>
                    <a:pt x="547468" y="70224"/>
                  </a:lnTo>
                  <a:lnTo>
                    <a:pt x="507179" y="49979"/>
                  </a:lnTo>
                  <a:lnTo>
                    <a:pt x="464137" y="34999"/>
                  </a:lnTo>
                  <a:lnTo>
                    <a:pt x="418763" y="25705"/>
                  </a:lnTo>
                  <a:lnTo>
                    <a:pt x="371474" y="22513"/>
                  </a:lnTo>
                  <a:lnTo>
                    <a:pt x="497685" y="22513"/>
                  </a:lnTo>
                  <a:lnTo>
                    <a:pt x="545957" y="43587"/>
                  </a:lnTo>
                  <a:lnTo>
                    <a:pt x="583558" y="66644"/>
                  </a:lnTo>
                  <a:lnTo>
                    <a:pt x="618050" y="93863"/>
                  </a:lnTo>
                  <a:lnTo>
                    <a:pt x="649023" y="124835"/>
                  </a:lnTo>
                  <a:lnTo>
                    <a:pt x="676301" y="159384"/>
                  </a:lnTo>
                  <a:lnTo>
                    <a:pt x="699359" y="196985"/>
                  </a:lnTo>
                  <a:lnTo>
                    <a:pt x="717903" y="237346"/>
                  </a:lnTo>
                  <a:lnTo>
                    <a:pt x="731584" y="280115"/>
                  </a:lnTo>
                  <a:lnTo>
                    <a:pt x="740050" y="324941"/>
                  </a:lnTo>
                  <a:lnTo>
                    <a:pt x="742949" y="371474"/>
                  </a:lnTo>
                  <a:lnTo>
                    <a:pt x="740050" y="418005"/>
                  </a:lnTo>
                  <a:lnTo>
                    <a:pt x="731584" y="462829"/>
                  </a:lnTo>
                  <a:lnTo>
                    <a:pt x="717903" y="505597"/>
                  </a:lnTo>
                  <a:lnTo>
                    <a:pt x="699359" y="545957"/>
                  </a:lnTo>
                  <a:lnTo>
                    <a:pt x="676301" y="583558"/>
                  </a:lnTo>
                  <a:lnTo>
                    <a:pt x="649081" y="618050"/>
                  </a:lnTo>
                  <a:lnTo>
                    <a:pt x="618050" y="649081"/>
                  </a:lnTo>
                  <a:lnTo>
                    <a:pt x="583558" y="676301"/>
                  </a:lnTo>
                  <a:lnTo>
                    <a:pt x="545957" y="699359"/>
                  </a:lnTo>
                  <a:lnTo>
                    <a:pt x="505597" y="717903"/>
                  </a:lnTo>
                  <a:lnTo>
                    <a:pt x="497680" y="720436"/>
                  </a:lnTo>
                  <a:close/>
                </a:path>
              </a:pathLst>
            </a:custGeom>
            <a:solidFill>
              <a:srgbClr val="F69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60230" y="4166250"/>
              <a:ext cx="170180" cy="281305"/>
            </a:xfrm>
            <a:custGeom>
              <a:avLst/>
              <a:gdLst/>
              <a:ahLst/>
              <a:cxnLst/>
              <a:rect l="l" t="t" r="r" b="b"/>
              <a:pathLst>
                <a:path w="170179" h="281304">
                  <a:moveTo>
                    <a:pt x="32487" y="280985"/>
                  </a:moveTo>
                  <a:lnTo>
                    <a:pt x="0" y="249766"/>
                  </a:lnTo>
                  <a:lnTo>
                    <a:pt x="106737" y="139014"/>
                  </a:lnTo>
                  <a:lnTo>
                    <a:pt x="240" y="31751"/>
                  </a:lnTo>
                  <a:lnTo>
                    <a:pt x="32224" y="0"/>
                  </a:lnTo>
                  <a:lnTo>
                    <a:pt x="169707" y="138511"/>
                  </a:lnTo>
                  <a:lnTo>
                    <a:pt x="32487" y="280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809084" y="3935232"/>
            <a:ext cx="742950" cy="742950"/>
            <a:chOff x="8809084" y="3935232"/>
            <a:chExt cx="742950" cy="742950"/>
          </a:xfrm>
        </p:grpSpPr>
        <p:sp>
          <p:nvSpPr>
            <p:cNvPr id="30" name="object 30"/>
            <p:cNvSpPr/>
            <p:nvPr/>
          </p:nvSpPr>
          <p:spPr>
            <a:xfrm>
              <a:off x="8820340" y="3946489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218" y="720436"/>
                  </a:moveTo>
                  <a:lnTo>
                    <a:pt x="316120" y="717727"/>
                  </a:lnTo>
                  <a:lnTo>
                    <a:pt x="272692" y="709641"/>
                  </a:lnTo>
                  <a:lnTo>
                    <a:pt x="230579" y="696300"/>
                  </a:lnTo>
                  <a:lnTo>
                    <a:pt x="190412" y="677902"/>
                  </a:lnTo>
                  <a:lnTo>
                    <a:pt x="152799" y="654725"/>
                  </a:lnTo>
                  <a:lnTo>
                    <a:pt x="118310" y="627122"/>
                  </a:lnTo>
                  <a:lnTo>
                    <a:pt x="87459" y="595504"/>
                  </a:lnTo>
                  <a:lnTo>
                    <a:pt x="60707" y="560344"/>
                  </a:lnTo>
                  <a:lnTo>
                    <a:pt x="38461" y="522173"/>
                  </a:lnTo>
                  <a:lnTo>
                    <a:pt x="21056" y="481572"/>
                  </a:lnTo>
                  <a:lnTo>
                    <a:pt x="8752" y="439145"/>
                  </a:lnTo>
                  <a:lnTo>
                    <a:pt x="1734" y="395525"/>
                  </a:lnTo>
                  <a:lnTo>
                    <a:pt x="0" y="360218"/>
                  </a:lnTo>
                  <a:lnTo>
                    <a:pt x="108" y="351375"/>
                  </a:lnTo>
                  <a:lnTo>
                    <a:pt x="3898" y="307363"/>
                  </a:lnTo>
                  <a:lnTo>
                    <a:pt x="13047" y="264145"/>
                  </a:lnTo>
                  <a:lnTo>
                    <a:pt x="27419" y="222368"/>
                  </a:lnTo>
                  <a:lnTo>
                    <a:pt x="46798" y="182664"/>
                  </a:lnTo>
                  <a:lnTo>
                    <a:pt x="70888" y="145636"/>
                  </a:lnTo>
                  <a:lnTo>
                    <a:pt x="99329" y="111834"/>
                  </a:lnTo>
                  <a:lnTo>
                    <a:pt x="131698" y="81765"/>
                  </a:lnTo>
                  <a:lnTo>
                    <a:pt x="167504" y="55885"/>
                  </a:lnTo>
                  <a:lnTo>
                    <a:pt x="206204" y="34584"/>
                  </a:lnTo>
                  <a:lnTo>
                    <a:pt x="247221" y="18181"/>
                  </a:lnTo>
                  <a:lnTo>
                    <a:pt x="289943" y="6921"/>
                  </a:lnTo>
                  <a:lnTo>
                    <a:pt x="333721" y="975"/>
                  </a:lnTo>
                  <a:lnTo>
                    <a:pt x="360218" y="0"/>
                  </a:lnTo>
                  <a:lnTo>
                    <a:pt x="369061" y="108"/>
                  </a:lnTo>
                  <a:lnTo>
                    <a:pt x="413073" y="3898"/>
                  </a:lnTo>
                  <a:lnTo>
                    <a:pt x="456290" y="13047"/>
                  </a:lnTo>
                  <a:lnTo>
                    <a:pt x="498067" y="27419"/>
                  </a:lnTo>
                  <a:lnTo>
                    <a:pt x="537771" y="46798"/>
                  </a:lnTo>
                  <a:lnTo>
                    <a:pt x="574799" y="70888"/>
                  </a:lnTo>
                  <a:lnTo>
                    <a:pt x="608601" y="99329"/>
                  </a:lnTo>
                  <a:lnTo>
                    <a:pt x="638670" y="131698"/>
                  </a:lnTo>
                  <a:lnTo>
                    <a:pt x="664551" y="167504"/>
                  </a:lnTo>
                  <a:lnTo>
                    <a:pt x="685851" y="206204"/>
                  </a:lnTo>
                  <a:lnTo>
                    <a:pt x="702254" y="247221"/>
                  </a:lnTo>
                  <a:lnTo>
                    <a:pt x="713514" y="289943"/>
                  </a:lnTo>
                  <a:lnTo>
                    <a:pt x="719460" y="333721"/>
                  </a:lnTo>
                  <a:lnTo>
                    <a:pt x="720436" y="360218"/>
                  </a:lnTo>
                  <a:lnTo>
                    <a:pt x="720327" y="369061"/>
                  </a:lnTo>
                  <a:lnTo>
                    <a:pt x="716537" y="413073"/>
                  </a:lnTo>
                  <a:lnTo>
                    <a:pt x="707388" y="456290"/>
                  </a:lnTo>
                  <a:lnTo>
                    <a:pt x="693016" y="498067"/>
                  </a:lnTo>
                  <a:lnTo>
                    <a:pt x="673638" y="537771"/>
                  </a:lnTo>
                  <a:lnTo>
                    <a:pt x="649548" y="574799"/>
                  </a:lnTo>
                  <a:lnTo>
                    <a:pt x="621107" y="608601"/>
                  </a:lnTo>
                  <a:lnTo>
                    <a:pt x="588738" y="638670"/>
                  </a:lnTo>
                  <a:lnTo>
                    <a:pt x="552931" y="664551"/>
                  </a:lnTo>
                  <a:lnTo>
                    <a:pt x="514231" y="685851"/>
                  </a:lnTo>
                  <a:lnTo>
                    <a:pt x="473214" y="702254"/>
                  </a:lnTo>
                  <a:lnTo>
                    <a:pt x="430493" y="713514"/>
                  </a:lnTo>
                  <a:lnTo>
                    <a:pt x="386714" y="719460"/>
                  </a:lnTo>
                  <a:lnTo>
                    <a:pt x="360218" y="72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809084" y="3935232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4941" y="740050"/>
                  </a:lnTo>
                  <a:lnTo>
                    <a:pt x="280115" y="731584"/>
                  </a:lnTo>
                  <a:lnTo>
                    <a:pt x="237346" y="717903"/>
                  </a:lnTo>
                  <a:lnTo>
                    <a:pt x="196985" y="699359"/>
                  </a:lnTo>
                  <a:lnTo>
                    <a:pt x="159384" y="676301"/>
                  </a:lnTo>
                  <a:lnTo>
                    <a:pt x="124893" y="649081"/>
                  </a:lnTo>
                  <a:lnTo>
                    <a:pt x="93863" y="618050"/>
                  </a:lnTo>
                  <a:lnTo>
                    <a:pt x="66644" y="583558"/>
                  </a:lnTo>
                  <a:lnTo>
                    <a:pt x="43587" y="545957"/>
                  </a:lnTo>
                  <a:lnTo>
                    <a:pt x="25044" y="505597"/>
                  </a:lnTo>
                  <a:lnTo>
                    <a:pt x="11364" y="462829"/>
                  </a:lnTo>
                  <a:lnTo>
                    <a:pt x="2899" y="418005"/>
                  </a:lnTo>
                  <a:lnTo>
                    <a:pt x="0" y="371474"/>
                  </a:lnTo>
                  <a:lnTo>
                    <a:pt x="2899" y="324941"/>
                  </a:lnTo>
                  <a:lnTo>
                    <a:pt x="11364" y="280115"/>
                  </a:lnTo>
                  <a:lnTo>
                    <a:pt x="25044" y="237346"/>
                  </a:lnTo>
                  <a:lnTo>
                    <a:pt x="43587" y="196985"/>
                  </a:lnTo>
                  <a:lnTo>
                    <a:pt x="66644" y="159384"/>
                  </a:lnTo>
                  <a:lnTo>
                    <a:pt x="93921" y="124835"/>
                  </a:lnTo>
                  <a:lnTo>
                    <a:pt x="124893" y="93863"/>
                  </a:lnTo>
                  <a:lnTo>
                    <a:pt x="159384" y="66644"/>
                  </a:lnTo>
                  <a:lnTo>
                    <a:pt x="196985" y="43587"/>
                  </a:lnTo>
                  <a:lnTo>
                    <a:pt x="237346" y="25044"/>
                  </a:lnTo>
                  <a:lnTo>
                    <a:pt x="280115" y="11364"/>
                  </a:lnTo>
                  <a:lnTo>
                    <a:pt x="324941" y="2899"/>
                  </a:lnTo>
                  <a:lnTo>
                    <a:pt x="371474" y="0"/>
                  </a:lnTo>
                  <a:lnTo>
                    <a:pt x="418005" y="2899"/>
                  </a:lnTo>
                  <a:lnTo>
                    <a:pt x="462829" y="11364"/>
                  </a:lnTo>
                  <a:lnTo>
                    <a:pt x="497685" y="22513"/>
                  </a:lnTo>
                  <a:lnTo>
                    <a:pt x="371474" y="22513"/>
                  </a:lnTo>
                  <a:lnTo>
                    <a:pt x="324186" y="25705"/>
                  </a:lnTo>
                  <a:lnTo>
                    <a:pt x="278812" y="34999"/>
                  </a:lnTo>
                  <a:lnTo>
                    <a:pt x="235770" y="49979"/>
                  </a:lnTo>
                  <a:lnTo>
                    <a:pt x="195481" y="70224"/>
                  </a:lnTo>
                  <a:lnTo>
                    <a:pt x="158363" y="95315"/>
                  </a:lnTo>
                  <a:lnTo>
                    <a:pt x="124835" y="124835"/>
                  </a:lnTo>
                  <a:lnTo>
                    <a:pt x="95315" y="158363"/>
                  </a:lnTo>
                  <a:lnTo>
                    <a:pt x="70224" y="195481"/>
                  </a:lnTo>
                  <a:lnTo>
                    <a:pt x="49979" y="235770"/>
                  </a:lnTo>
                  <a:lnTo>
                    <a:pt x="34999" y="278812"/>
                  </a:lnTo>
                  <a:lnTo>
                    <a:pt x="25705" y="324186"/>
                  </a:lnTo>
                  <a:lnTo>
                    <a:pt x="22513" y="371474"/>
                  </a:lnTo>
                  <a:lnTo>
                    <a:pt x="25653" y="418005"/>
                  </a:lnTo>
                  <a:lnTo>
                    <a:pt x="25705" y="418763"/>
                  </a:lnTo>
                  <a:lnTo>
                    <a:pt x="34999" y="464137"/>
                  </a:lnTo>
                  <a:lnTo>
                    <a:pt x="49979" y="507179"/>
                  </a:lnTo>
                  <a:lnTo>
                    <a:pt x="70224" y="547468"/>
                  </a:lnTo>
                  <a:lnTo>
                    <a:pt x="95315" y="584586"/>
                  </a:lnTo>
                  <a:lnTo>
                    <a:pt x="124778" y="618050"/>
                  </a:lnTo>
                  <a:lnTo>
                    <a:pt x="158363" y="647634"/>
                  </a:lnTo>
                  <a:lnTo>
                    <a:pt x="195481" y="672725"/>
                  </a:lnTo>
                  <a:lnTo>
                    <a:pt x="235770" y="692970"/>
                  </a:lnTo>
                  <a:lnTo>
                    <a:pt x="278812" y="707950"/>
                  </a:lnTo>
                  <a:lnTo>
                    <a:pt x="324186" y="717244"/>
                  </a:lnTo>
                  <a:lnTo>
                    <a:pt x="371474" y="720436"/>
                  </a:lnTo>
                  <a:lnTo>
                    <a:pt x="497680" y="720436"/>
                  </a:lnTo>
                  <a:lnTo>
                    <a:pt x="462829" y="731584"/>
                  </a:lnTo>
                  <a:lnTo>
                    <a:pt x="418005" y="740050"/>
                  </a:lnTo>
                  <a:lnTo>
                    <a:pt x="371474" y="742949"/>
                  </a:lnTo>
                  <a:close/>
                </a:path>
                <a:path w="742950" h="742950">
                  <a:moveTo>
                    <a:pt x="497680" y="720436"/>
                  </a:moveTo>
                  <a:lnTo>
                    <a:pt x="371474" y="720436"/>
                  </a:lnTo>
                  <a:lnTo>
                    <a:pt x="418763" y="717244"/>
                  </a:lnTo>
                  <a:lnTo>
                    <a:pt x="464137" y="707950"/>
                  </a:lnTo>
                  <a:lnTo>
                    <a:pt x="507179" y="692970"/>
                  </a:lnTo>
                  <a:lnTo>
                    <a:pt x="547468" y="672725"/>
                  </a:lnTo>
                  <a:lnTo>
                    <a:pt x="584586" y="647634"/>
                  </a:lnTo>
                  <a:lnTo>
                    <a:pt x="618171" y="618050"/>
                  </a:lnTo>
                  <a:lnTo>
                    <a:pt x="647634" y="584586"/>
                  </a:lnTo>
                  <a:lnTo>
                    <a:pt x="672725" y="547468"/>
                  </a:lnTo>
                  <a:lnTo>
                    <a:pt x="692970" y="507179"/>
                  </a:lnTo>
                  <a:lnTo>
                    <a:pt x="707950" y="464137"/>
                  </a:lnTo>
                  <a:lnTo>
                    <a:pt x="717244" y="418763"/>
                  </a:lnTo>
                  <a:lnTo>
                    <a:pt x="720436" y="371474"/>
                  </a:lnTo>
                  <a:lnTo>
                    <a:pt x="717295" y="324941"/>
                  </a:lnTo>
                  <a:lnTo>
                    <a:pt x="717244" y="324186"/>
                  </a:lnTo>
                  <a:lnTo>
                    <a:pt x="707950" y="278812"/>
                  </a:lnTo>
                  <a:lnTo>
                    <a:pt x="692970" y="235770"/>
                  </a:lnTo>
                  <a:lnTo>
                    <a:pt x="672725" y="195481"/>
                  </a:lnTo>
                  <a:lnTo>
                    <a:pt x="647634" y="158363"/>
                  </a:lnTo>
                  <a:lnTo>
                    <a:pt x="618114" y="124835"/>
                  </a:lnTo>
                  <a:lnTo>
                    <a:pt x="584586" y="95315"/>
                  </a:lnTo>
                  <a:lnTo>
                    <a:pt x="547468" y="70224"/>
                  </a:lnTo>
                  <a:lnTo>
                    <a:pt x="507179" y="49979"/>
                  </a:lnTo>
                  <a:lnTo>
                    <a:pt x="464137" y="34999"/>
                  </a:lnTo>
                  <a:lnTo>
                    <a:pt x="418763" y="25705"/>
                  </a:lnTo>
                  <a:lnTo>
                    <a:pt x="371474" y="22513"/>
                  </a:lnTo>
                  <a:lnTo>
                    <a:pt x="497685" y="22513"/>
                  </a:lnTo>
                  <a:lnTo>
                    <a:pt x="545957" y="43587"/>
                  </a:lnTo>
                  <a:lnTo>
                    <a:pt x="583558" y="66644"/>
                  </a:lnTo>
                  <a:lnTo>
                    <a:pt x="618050" y="93863"/>
                  </a:lnTo>
                  <a:lnTo>
                    <a:pt x="649023" y="124835"/>
                  </a:lnTo>
                  <a:lnTo>
                    <a:pt x="676301" y="159384"/>
                  </a:lnTo>
                  <a:lnTo>
                    <a:pt x="699359" y="196985"/>
                  </a:lnTo>
                  <a:lnTo>
                    <a:pt x="717903" y="237346"/>
                  </a:lnTo>
                  <a:lnTo>
                    <a:pt x="731584" y="280115"/>
                  </a:lnTo>
                  <a:lnTo>
                    <a:pt x="740050" y="324941"/>
                  </a:lnTo>
                  <a:lnTo>
                    <a:pt x="742949" y="371474"/>
                  </a:lnTo>
                  <a:lnTo>
                    <a:pt x="740050" y="418005"/>
                  </a:lnTo>
                  <a:lnTo>
                    <a:pt x="731584" y="462829"/>
                  </a:lnTo>
                  <a:lnTo>
                    <a:pt x="717903" y="505597"/>
                  </a:lnTo>
                  <a:lnTo>
                    <a:pt x="699359" y="545957"/>
                  </a:lnTo>
                  <a:lnTo>
                    <a:pt x="676301" y="583558"/>
                  </a:lnTo>
                  <a:lnTo>
                    <a:pt x="649081" y="618050"/>
                  </a:lnTo>
                  <a:lnTo>
                    <a:pt x="618050" y="649081"/>
                  </a:lnTo>
                  <a:lnTo>
                    <a:pt x="583558" y="676301"/>
                  </a:lnTo>
                  <a:lnTo>
                    <a:pt x="545957" y="699359"/>
                  </a:lnTo>
                  <a:lnTo>
                    <a:pt x="505597" y="717903"/>
                  </a:lnTo>
                  <a:lnTo>
                    <a:pt x="497680" y="720436"/>
                  </a:lnTo>
                  <a:close/>
                </a:path>
              </a:pathLst>
            </a:custGeom>
            <a:solidFill>
              <a:srgbClr val="F69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18233" y="4166215"/>
              <a:ext cx="170180" cy="281305"/>
            </a:xfrm>
            <a:custGeom>
              <a:avLst/>
              <a:gdLst/>
              <a:ahLst/>
              <a:cxnLst/>
              <a:rect l="l" t="t" r="r" b="b"/>
              <a:pathLst>
                <a:path w="170179" h="281304">
                  <a:moveTo>
                    <a:pt x="32487" y="280985"/>
                  </a:moveTo>
                  <a:lnTo>
                    <a:pt x="0" y="249766"/>
                  </a:lnTo>
                  <a:lnTo>
                    <a:pt x="106737" y="139014"/>
                  </a:lnTo>
                  <a:lnTo>
                    <a:pt x="240" y="31751"/>
                  </a:lnTo>
                  <a:lnTo>
                    <a:pt x="32224" y="0"/>
                  </a:lnTo>
                  <a:lnTo>
                    <a:pt x="169707" y="138511"/>
                  </a:lnTo>
                  <a:lnTo>
                    <a:pt x="32487" y="280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1567088" y="3935193"/>
            <a:ext cx="742950" cy="742950"/>
            <a:chOff x="11567088" y="3935193"/>
            <a:chExt cx="742950" cy="742950"/>
          </a:xfrm>
        </p:grpSpPr>
        <p:sp>
          <p:nvSpPr>
            <p:cNvPr id="34" name="object 34"/>
            <p:cNvSpPr/>
            <p:nvPr/>
          </p:nvSpPr>
          <p:spPr>
            <a:xfrm>
              <a:off x="11578345" y="3946450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218" y="720436"/>
                  </a:moveTo>
                  <a:lnTo>
                    <a:pt x="316120" y="717727"/>
                  </a:lnTo>
                  <a:lnTo>
                    <a:pt x="272692" y="709641"/>
                  </a:lnTo>
                  <a:lnTo>
                    <a:pt x="230579" y="696300"/>
                  </a:lnTo>
                  <a:lnTo>
                    <a:pt x="190412" y="677902"/>
                  </a:lnTo>
                  <a:lnTo>
                    <a:pt x="152799" y="654725"/>
                  </a:lnTo>
                  <a:lnTo>
                    <a:pt x="118310" y="627122"/>
                  </a:lnTo>
                  <a:lnTo>
                    <a:pt x="87459" y="595504"/>
                  </a:lnTo>
                  <a:lnTo>
                    <a:pt x="60707" y="560344"/>
                  </a:lnTo>
                  <a:lnTo>
                    <a:pt x="38461" y="522173"/>
                  </a:lnTo>
                  <a:lnTo>
                    <a:pt x="21056" y="481572"/>
                  </a:lnTo>
                  <a:lnTo>
                    <a:pt x="8752" y="439145"/>
                  </a:lnTo>
                  <a:lnTo>
                    <a:pt x="1734" y="395525"/>
                  </a:lnTo>
                  <a:lnTo>
                    <a:pt x="0" y="360218"/>
                  </a:lnTo>
                  <a:lnTo>
                    <a:pt x="108" y="351375"/>
                  </a:lnTo>
                  <a:lnTo>
                    <a:pt x="3898" y="307363"/>
                  </a:lnTo>
                  <a:lnTo>
                    <a:pt x="13047" y="264145"/>
                  </a:lnTo>
                  <a:lnTo>
                    <a:pt x="27419" y="222368"/>
                  </a:lnTo>
                  <a:lnTo>
                    <a:pt x="46798" y="182664"/>
                  </a:lnTo>
                  <a:lnTo>
                    <a:pt x="70888" y="145636"/>
                  </a:lnTo>
                  <a:lnTo>
                    <a:pt x="99329" y="111834"/>
                  </a:lnTo>
                  <a:lnTo>
                    <a:pt x="131698" y="81765"/>
                  </a:lnTo>
                  <a:lnTo>
                    <a:pt x="167504" y="55885"/>
                  </a:lnTo>
                  <a:lnTo>
                    <a:pt x="206204" y="34584"/>
                  </a:lnTo>
                  <a:lnTo>
                    <a:pt x="247221" y="18181"/>
                  </a:lnTo>
                  <a:lnTo>
                    <a:pt x="289943" y="6921"/>
                  </a:lnTo>
                  <a:lnTo>
                    <a:pt x="333721" y="975"/>
                  </a:lnTo>
                  <a:lnTo>
                    <a:pt x="360218" y="0"/>
                  </a:lnTo>
                  <a:lnTo>
                    <a:pt x="369061" y="108"/>
                  </a:lnTo>
                  <a:lnTo>
                    <a:pt x="413073" y="3898"/>
                  </a:lnTo>
                  <a:lnTo>
                    <a:pt x="456290" y="13047"/>
                  </a:lnTo>
                  <a:lnTo>
                    <a:pt x="498067" y="27419"/>
                  </a:lnTo>
                  <a:lnTo>
                    <a:pt x="537771" y="46798"/>
                  </a:lnTo>
                  <a:lnTo>
                    <a:pt x="574799" y="70888"/>
                  </a:lnTo>
                  <a:lnTo>
                    <a:pt x="608601" y="99329"/>
                  </a:lnTo>
                  <a:lnTo>
                    <a:pt x="638670" y="131698"/>
                  </a:lnTo>
                  <a:lnTo>
                    <a:pt x="664551" y="167504"/>
                  </a:lnTo>
                  <a:lnTo>
                    <a:pt x="685851" y="206204"/>
                  </a:lnTo>
                  <a:lnTo>
                    <a:pt x="702254" y="247221"/>
                  </a:lnTo>
                  <a:lnTo>
                    <a:pt x="713514" y="289943"/>
                  </a:lnTo>
                  <a:lnTo>
                    <a:pt x="719460" y="333721"/>
                  </a:lnTo>
                  <a:lnTo>
                    <a:pt x="720436" y="360218"/>
                  </a:lnTo>
                  <a:lnTo>
                    <a:pt x="720327" y="369061"/>
                  </a:lnTo>
                  <a:lnTo>
                    <a:pt x="716537" y="413073"/>
                  </a:lnTo>
                  <a:lnTo>
                    <a:pt x="707388" y="456290"/>
                  </a:lnTo>
                  <a:lnTo>
                    <a:pt x="693016" y="498067"/>
                  </a:lnTo>
                  <a:lnTo>
                    <a:pt x="673638" y="537771"/>
                  </a:lnTo>
                  <a:lnTo>
                    <a:pt x="649548" y="574799"/>
                  </a:lnTo>
                  <a:lnTo>
                    <a:pt x="621107" y="608601"/>
                  </a:lnTo>
                  <a:lnTo>
                    <a:pt x="588738" y="638670"/>
                  </a:lnTo>
                  <a:lnTo>
                    <a:pt x="552931" y="664551"/>
                  </a:lnTo>
                  <a:lnTo>
                    <a:pt x="514231" y="685851"/>
                  </a:lnTo>
                  <a:lnTo>
                    <a:pt x="473214" y="702254"/>
                  </a:lnTo>
                  <a:lnTo>
                    <a:pt x="430493" y="713514"/>
                  </a:lnTo>
                  <a:lnTo>
                    <a:pt x="386714" y="719460"/>
                  </a:lnTo>
                  <a:lnTo>
                    <a:pt x="360218" y="72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567088" y="3935193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4941" y="740050"/>
                  </a:lnTo>
                  <a:lnTo>
                    <a:pt x="280115" y="731584"/>
                  </a:lnTo>
                  <a:lnTo>
                    <a:pt x="237346" y="717903"/>
                  </a:lnTo>
                  <a:lnTo>
                    <a:pt x="196985" y="699359"/>
                  </a:lnTo>
                  <a:lnTo>
                    <a:pt x="159384" y="676301"/>
                  </a:lnTo>
                  <a:lnTo>
                    <a:pt x="124893" y="649081"/>
                  </a:lnTo>
                  <a:lnTo>
                    <a:pt x="93863" y="618050"/>
                  </a:lnTo>
                  <a:lnTo>
                    <a:pt x="66644" y="583558"/>
                  </a:lnTo>
                  <a:lnTo>
                    <a:pt x="43587" y="545957"/>
                  </a:lnTo>
                  <a:lnTo>
                    <a:pt x="25044" y="505597"/>
                  </a:lnTo>
                  <a:lnTo>
                    <a:pt x="11364" y="462829"/>
                  </a:lnTo>
                  <a:lnTo>
                    <a:pt x="2899" y="418005"/>
                  </a:lnTo>
                  <a:lnTo>
                    <a:pt x="0" y="371474"/>
                  </a:lnTo>
                  <a:lnTo>
                    <a:pt x="2899" y="324941"/>
                  </a:lnTo>
                  <a:lnTo>
                    <a:pt x="11364" y="280115"/>
                  </a:lnTo>
                  <a:lnTo>
                    <a:pt x="25044" y="237346"/>
                  </a:lnTo>
                  <a:lnTo>
                    <a:pt x="43587" y="196985"/>
                  </a:lnTo>
                  <a:lnTo>
                    <a:pt x="66644" y="159384"/>
                  </a:lnTo>
                  <a:lnTo>
                    <a:pt x="93921" y="124835"/>
                  </a:lnTo>
                  <a:lnTo>
                    <a:pt x="124893" y="93863"/>
                  </a:lnTo>
                  <a:lnTo>
                    <a:pt x="159384" y="66644"/>
                  </a:lnTo>
                  <a:lnTo>
                    <a:pt x="196985" y="43587"/>
                  </a:lnTo>
                  <a:lnTo>
                    <a:pt x="237346" y="25044"/>
                  </a:lnTo>
                  <a:lnTo>
                    <a:pt x="280115" y="11364"/>
                  </a:lnTo>
                  <a:lnTo>
                    <a:pt x="324941" y="2899"/>
                  </a:lnTo>
                  <a:lnTo>
                    <a:pt x="371474" y="0"/>
                  </a:lnTo>
                  <a:lnTo>
                    <a:pt x="418005" y="2899"/>
                  </a:lnTo>
                  <a:lnTo>
                    <a:pt x="462829" y="11364"/>
                  </a:lnTo>
                  <a:lnTo>
                    <a:pt x="497685" y="22513"/>
                  </a:lnTo>
                  <a:lnTo>
                    <a:pt x="371474" y="22513"/>
                  </a:lnTo>
                  <a:lnTo>
                    <a:pt x="324186" y="25705"/>
                  </a:lnTo>
                  <a:lnTo>
                    <a:pt x="278812" y="34999"/>
                  </a:lnTo>
                  <a:lnTo>
                    <a:pt x="235770" y="49979"/>
                  </a:lnTo>
                  <a:lnTo>
                    <a:pt x="195481" y="70224"/>
                  </a:lnTo>
                  <a:lnTo>
                    <a:pt x="158363" y="95315"/>
                  </a:lnTo>
                  <a:lnTo>
                    <a:pt x="124835" y="124835"/>
                  </a:lnTo>
                  <a:lnTo>
                    <a:pt x="95315" y="158363"/>
                  </a:lnTo>
                  <a:lnTo>
                    <a:pt x="70224" y="195481"/>
                  </a:lnTo>
                  <a:lnTo>
                    <a:pt x="49979" y="235770"/>
                  </a:lnTo>
                  <a:lnTo>
                    <a:pt x="34999" y="278812"/>
                  </a:lnTo>
                  <a:lnTo>
                    <a:pt x="25705" y="324186"/>
                  </a:lnTo>
                  <a:lnTo>
                    <a:pt x="22513" y="371474"/>
                  </a:lnTo>
                  <a:lnTo>
                    <a:pt x="25653" y="418005"/>
                  </a:lnTo>
                  <a:lnTo>
                    <a:pt x="25705" y="418763"/>
                  </a:lnTo>
                  <a:lnTo>
                    <a:pt x="34999" y="464137"/>
                  </a:lnTo>
                  <a:lnTo>
                    <a:pt x="49979" y="507179"/>
                  </a:lnTo>
                  <a:lnTo>
                    <a:pt x="70224" y="547468"/>
                  </a:lnTo>
                  <a:lnTo>
                    <a:pt x="95315" y="584586"/>
                  </a:lnTo>
                  <a:lnTo>
                    <a:pt x="124778" y="618050"/>
                  </a:lnTo>
                  <a:lnTo>
                    <a:pt x="158363" y="647634"/>
                  </a:lnTo>
                  <a:lnTo>
                    <a:pt x="195481" y="672725"/>
                  </a:lnTo>
                  <a:lnTo>
                    <a:pt x="235770" y="692970"/>
                  </a:lnTo>
                  <a:lnTo>
                    <a:pt x="278812" y="707950"/>
                  </a:lnTo>
                  <a:lnTo>
                    <a:pt x="324186" y="717244"/>
                  </a:lnTo>
                  <a:lnTo>
                    <a:pt x="371474" y="720436"/>
                  </a:lnTo>
                  <a:lnTo>
                    <a:pt x="497680" y="720436"/>
                  </a:lnTo>
                  <a:lnTo>
                    <a:pt x="462829" y="731584"/>
                  </a:lnTo>
                  <a:lnTo>
                    <a:pt x="418005" y="740050"/>
                  </a:lnTo>
                  <a:lnTo>
                    <a:pt x="371474" y="742949"/>
                  </a:lnTo>
                  <a:close/>
                </a:path>
                <a:path w="742950" h="742950">
                  <a:moveTo>
                    <a:pt x="497680" y="720436"/>
                  </a:moveTo>
                  <a:lnTo>
                    <a:pt x="371474" y="720436"/>
                  </a:lnTo>
                  <a:lnTo>
                    <a:pt x="418763" y="717244"/>
                  </a:lnTo>
                  <a:lnTo>
                    <a:pt x="464137" y="707950"/>
                  </a:lnTo>
                  <a:lnTo>
                    <a:pt x="507179" y="692970"/>
                  </a:lnTo>
                  <a:lnTo>
                    <a:pt x="547468" y="672725"/>
                  </a:lnTo>
                  <a:lnTo>
                    <a:pt x="584586" y="647634"/>
                  </a:lnTo>
                  <a:lnTo>
                    <a:pt x="618171" y="618050"/>
                  </a:lnTo>
                  <a:lnTo>
                    <a:pt x="647634" y="584586"/>
                  </a:lnTo>
                  <a:lnTo>
                    <a:pt x="672725" y="547468"/>
                  </a:lnTo>
                  <a:lnTo>
                    <a:pt x="692970" y="507179"/>
                  </a:lnTo>
                  <a:lnTo>
                    <a:pt x="707950" y="464137"/>
                  </a:lnTo>
                  <a:lnTo>
                    <a:pt x="717244" y="418763"/>
                  </a:lnTo>
                  <a:lnTo>
                    <a:pt x="720436" y="371474"/>
                  </a:lnTo>
                  <a:lnTo>
                    <a:pt x="717295" y="324941"/>
                  </a:lnTo>
                  <a:lnTo>
                    <a:pt x="717244" y="324186"/>
                  </a:lnTo>
                  <a:lnTo>
                    <a:pt x="707950" y="278812"/>
                  </a:lnTo>
                  <a:lnTo>
                    <a:pt x="692970" y="235770"/>
                  </a:lnTo>
                  <a:lnTo>
                    <a:pt x="672725" y="195481"/>
                  </a:lnTo>
                  <a:lnTo>
                    <a:pt x="647634" y="158363"/>
                  </a:lnTo>
                  <a:lnTo>
                    <a:pt x="618114" y="124835"/>
                  </a:lnTo>
                  <a:lnTo>
                    <a:pt x="584586" y="95315"/>
                  </a:lnTo>
                  <a:lnTo>
                    <a:pt x="547468" y="70224"/>
                  </a:lnTo>
                  <a:lnTo>
                    <a:pt x="507179" y="49979"/>
                  </a:lnTo>
                  <a:lnTo>
                    <a:pt x="464137" y="34999"/>
                  </a:lnTo>
                  <a:lnTo>
                    <a:pt x="418763" y="25705"/>
                  </a:lnTo>
                  <a:lnTo>
                    <a:pt x="371474" y="22513"/>
                  </a:lnTo>
                  <a:lnTo>
                    <a:pt x="497685" y="22513"/>
                  </a:lnTo>
                  <a:lnTo>
                    <a:pt x="545957" y="43587"/>
                  </a:lnTo>
                  <a:lnTo>
                    <a:pt x="583558" y="66644"/>
                  </a:lnTo>
                  <a:lnTo>
                    <a:pt x="618050" y="93863"/>
                  </a:lnTo>
                  <a:lnTo>
                    <a:pt x="649023" y="124835"/>
                  </a:lnTo>
                  <a:lnTo>
                    <a:pt x="676301" y="159384"/>
                  </a:lnTo>
                  <a:lnTo>
                    <a:pt x="699359" y="196985"/>
                  </a:lnTo>
                  <a:lnTo>
                    <a:pt x="717903" y="237346"/>
                  </a:lnTo>
                  <a:lnTo>
                    <a:pt x="731584" y="280115"/>
                  </a:lnTo>
                  <a:lnTo>
                    <a:pt x="740050" y="324941"/>
                  </a:lnTo>
                  <a:lnTo>
                    <a:pt x="742949" y="371474"/>
                  </a:lnTo>
                  <a:lnTo>
                    <a:pt x="740050" y="418005"/>
                  </a:lnTo>
                  <a:lnTo>
                    <a:pt x="731584" y="462829"/>
                  </a:lnTo>
                  <a:lnTo>
                    <a:pt x="717903" y="505597"/>
                  </a:lnTo>
                  <a:lnTo>
                    <a:pt x="699359" y="545957"/>
                  </a:lnTo>
                  <a:lnTo>
                    <a:pt x="676301" y="583558"/>
                  </a:lnTo>
                  <a:lnTo>
                    <a:pt x="649081" y="618050"/>
                  </a:lnTo>
                  <a:lnTo>
                    <a:pt x="618050" y="649081"/>
                  </a:lnTo>
                  <a:lnTo>
                    <a:pt x="583558" y="676301"/>
                  </a:lnTo>
                  <a:lnTo>
                    <a:pt x="545957" y="699359"/>
                  </a:lnTo>
                  <a:lnTo>
                    <a:pt x="505597" y="717903"/>
                  </a:lnTo>
                  <a:lnTo>
                    <a:pt x="497680" y="720436"/>
                  </a:lnTo>
                  <a:close/>
                </a:path>
              </a:pathLst>
            </a:custGeom>
            <a:solidFill>
              <a:srgbClr val="F69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876238" y="4166176"/>
              <a:ext cx="170180" cy="281305"/>
            </a:xfrm>
            <a:custGeom>
              <a:avLst/>
              <a:gdLst/>
              <a:ahLst/>
              <a:cxnLst/>
              <a:rect l="l" t="t" r="r" b="b"/>
              <a:pathLst>
                <a:path w="170179" h="281304">
                  <a:moveTo>
                    <a:pt x="32487" y="280985"/>
                  </a:moveTo>
                  <a:lnTo>
                    <a:pt x="0" y="249766"/>
                  </a:lnTo>
                  <a:lnTo>
                    <a:pt x="106737" y="139014"/>
                  </a:lnTo>
                  <a:lnTo>
                    <a:pt x="240" y="31751"/>
                  </a:lnTo>
                  <a:lnTo>
                    <a:pt x="32224" y="0"/>
                  </a:lnTo>
                  <a:lnTo>
                    <a:pt x="169707" y="138511"/>
                  </a:lnTo>
                  <a:lnTo>
                    <a:pt x="32487" y="280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4325091" y="3935158"/>
            <a:ext cx="742950" cy="742950"/>
            <a:chOff x="14325091" y="3935158"/>
            <a:chExt cx="742950" cy="742950"/>
          </a:xfrm>
        </p:grpSpPr>
        <p:sp>
          <p:nvSpPr>
            <p:cNvPr id="38" name="object 38"/>
            <p:cNvSpPr/>
            <p:nvPr/>
          </p:nvSpPr>
          <p:spPr>
            <a:xfrm>
              <a:off x="14336348" y="3946415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360218" y="720436"/>
                  </a:moveTo>
                  <a:lnTo>
                    <a:pt x="316120" y="717727"/>
                  </a:lnTo>
                  <a:lnTo>
                    <a:pt x="272692" y="709641"/>
                  </a:lnTo>
                  <a:lnTo>
                    <a:pt x="230579" y="696300"/>
                  </a:lnTo>
                  <a:lnTo>
                    <a:pt x="190412" y="677902"/>
                  </a:lnTo>
                  <a:lnTo>
                    <a:pt x="152799" y="654725"/>
                  </a:lnTo>
                  <a:lnTo>
                    <a:pt x="118310" y="627122"/>
                  </a:lnTo>
                  <a:lnTo>
                    <a:pt x="87459" y="595504"/>
                  </a:lnTo>
                  <a:lnTo>
                    <a:pt x="60707" y="560344"/>
                  </a:lnTo>
                  <a:lnTo>
                    <a:pt x="38461" y="522173"/>
                  </a:lnTo>
                  <a:lnTo>
                    <a:pt x="21056" y="481572"/>
                  </a:lnTo>
                  <a:lnTo>
                    <a:pt x="8752" y="439145"/>
                  </a:lnTo>
                  <a:lnTo>
                    <a:pt x="1734" y="395525"/>
                  </a:lnTo>
                  <a:lnTo>
                    <a:pt x="0" y="360218"/>
                  </a:lnTo>
                  <a:lnTo>
                    <a:pt x="108" y="351375"/>
                  </a:lnTo>
                  <a:lnTo>
                    <a:pt x="3898" y="307363"/>
                  </a:lnTo>
                  <a:lnTo>
                    <a:pt x="13047" y="264145"/>
                  </a:lnTo>
                  <a:lnTo>
                    <a:pt x="27419" y="222368"/>
                  </a:lnTo>
                  <a:lnTo>
                    <a:pt x="46798" y="182664"/>
                  </a:lnTo>
                  <a:lnTo>
                    <a:pt x="70888" y="145636"/>
                  </a:lnTo>
                  <a:lnTo>
                    <a:pt x="99329" y="111834"/>
                  </a:lnTo>
                  <a:lnTo>
                    <a:pt x="131698" y="81765"/>
                  </a:lnTo>
                  <a:lnTo>
                    <a:pt x="167504" y="55885"/>
                  </a:lnTo>
                  <a:lnTo>
                    <a:pt x="206204" y="34584"/>
                  </a:lnTo>
                  <a:lnTo>
                    <a:pt x="247221" y="18181"/>
                  </a:lnTo>
                  <a:lnTo>
                    <a:pt x="289943" y="6921"/>
                  </a:lnTo>
                  <a:lnTo>
                    <a:pt x="333721" y="975"/>
                  </a:lnTo>
                  <a:lnTo>
                    <a:pt x="360218" y="0"/>
                  </a:lnTo>
                  <a:lnTo>
                    <a:pt x="369061" y="108"/>
                  </a:lnTo>
                  <a:lnTo>
                    <a:pt x="413073" y="3898"/>
                  </a:lnTo>
                  <a:lnTo>
                    <a:pt x="456290" y="13047"/>
                  </a:lnTo>
                  <a:lnTo>
                    <a:pt x="498067" y="27419"/>
                  </a:lnTo>
                  <a:lnTo>
                    <a:pt x="537771" y="46798"/>
                  </a:lnTo>
                  <a:lnTo>
                    <a:pt x="574799" y="70888"/>
                  </a:lnTo>
                  <a:lnTo>
                    <a:pt x="608601" y="99329"/>
                  </a:lnTo>
                  <a:lnTo>
                    <a:pt x="638670" y="131698"/>
                  </a:lnTo>
                  <a:lnTo>
                    <a:pt x="664551" y="167504"/>
                  </a:lnTo>
                  <a:lnTo>
                    <a:pt x="685851" y="206204"/>
                  </a:lnTo>
                  <a:lnTo>
                    <a:pt x="702254" y="247221"/>
                  </a:lnTo>
                  <a:lnTo>
                    <a:pt x="713514" y="289943"/>
                  </a:lnTo>
                  <a:lnTo>
                    <a:pt x="719460" y="333721"/>
                  </a:lnTo>
                  <a:lnTo>
                    <a:pt x="720436" y="360218"/>
                  </a:lnTo>
                  <a:lnTo>
                    <a:pt x="720327" y="369061"/>
                  </a:lnTo>
                  <a:lnTo>
                    <a:pt x="716537" y="413073"/>
                  </a:lnTo>
                  <a:lnTo>
                    <a:pt x="707388" y="456290"/>
                  </a:lnTo>
                  <a:lnTo>
                    <a:pt x="693016" y="498067"/>
                  </a:lnTo>
                  <a:lnTo>
                    <a:pt x="673638" y="537771"/>
                  </a:lnTo>
                  <a:lnTo>
                    <a:pt x="649548" y="574799"/>
                  </a:lnTo>
                  <a:lnTo>
                    <a:pt x="621107" y="608601"/>
                  </a:lnTo>
                  <a:lnTo>
                    <a:pt x="588738" y="638670"/>
                  </a:lnTo>
                  <a:lnTo>
                    <a:pt x="552931" y="664551"/>
                  </a:lnTo>
                  <a:lnTo>
                    <a:pt x="514231" y="685851"/>
                  </a:lnTo>
                  <a:lnTo>
                    <a:pt x="473214" y="702254"/>
                  </a:lnTo>
                  <a:lnTo>
                    <a:pt x="430493" y="713514"/>
                  </a:lnTo>
                  <a:lnTo>
                    <a:pt x="386714" y="719460"/>
                  </a:lnTo>
                  <a:lnTo>
                    <a:pt x="360218" y="72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325091" y="3935158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4941" y="740050"/>
                  </a:lnTo>
                  <a:lnTo>
                    <a:pt x="280115" y="731584"/>
                  </a:lnTo>
                  <a:lnTo>
                    <a:pt x="237346" y="717903"/>
                  </a:lnTo>
                  <a:lnTo>
                    <a:pt x="196985" y="699359"/>
                  </a:lnTo>
                  <a:lnTo>
                    <a:pt x="159384" y="676301"/>
                  </a:lnTo>
                  <a:lnTo>
                    <a:pt x="124893" y="649081"/>
                  </a:lnTo>
                  <a:lnTo>
                    <a:pt x="93863" y="618050"/>
                  </a:lnTo>
                  <a:lnTo>
                    <a:pt x="66644" y="583558"/>
                  </a:lnTo>
                  <a:lnTo>
                    <a:pt x="43587" y="545957"/>
                  </a:lnTo>
                  <a:lnTo>
                    <a:pt x="25044" y="505597"/>
                  </a:lnTo>
                  <a:lnTo>
                    <a:pt x="11364" y="462829"/>
                  </a:lnTo>
                  <a:lnTo>
                    <a:pt x="2899" y="418005"/>
                  </a:lnTo>
                  <a:lnTo>
                    <a:pt x="0" y="371474"/>
                  </a:lnTo>
                  <a:lnTo>
                    <a:pt x="2899" y="324941"/>
                  </a:lnTo>
                  <a:lnTo>
                    <a:pt x="11364" y="280115"/>
                  </a:lnTo>
                  <a:lnTo>
                    <a:pt x="25044" y="237346"/>
                  </a:lnTo>
                  <a:lnTo>
                    <a:pt x="43587" y="196985"/>
                  </a:lnTo>
                  <a:lnTo>
                    <a:pt x="66644" y="159384"/>
                  </a:lnTo>
                  <a:lnTo>
                    <a:pt x="93921" y="124835"/>
                  </a:lnTo>
                  <a:lnTo>
                    <a:pt x="124893" y="93863"/>
                  </a:lnTo>
                  <a:lnTo>
                    <a:pt x="159384" y="66644"/>
                  </a:lnTo>
                  <a:lnTo>
                    <a:pt x="196985" y="43587"/>
                  </a:lnTo>
                  <a:lnTo>
                    <a:pt x="237346" y="25044"/>
                  </a:lnTo>
                  <a:lnTo>
                    <a:pt x="280115" y="11364"/>
                  </a:lnTo>
                  <a:lnTo>
                    <a:pt x="324941" y="2899"/>
                  </a:lnTo>
                  <a:lnTo>
                    <a:pt x="371474" y="0"/>
                  </a:lnTo>
                  <a:lnTo>
                    <a:pt x="418005" y="2899"/>
                  </a:lnTo>
                  <a:lnTo>
                    <a:pt x="462829" y="11364"/>
                  </a:lnTo>
                  <a:lnTo>
                    <a:pt x="497685" y="22513"/>
                  </a:lnTo>
                  <a:lnTo>
                    <a:pt x="371474" y="22513"/>
                  </a:lnTo>
                  <a:lnTo>
                    <a:pt x="324186" y="25705"/>
                  </a:lnTo>
                  <a:lnTo>
                    <a:pt x="278812" y="34999"/>
                  </a:lnTo>
                  <a:lnTo>
                    <a:pt x="235770" y="49979"/>
                  </a:lnTo>
                  <a:lnTo>
                    <a:pt x="195481" y="70224"/>
                  </a:lnTo>
                  <a:lnTo>
                    <a:pt x="158363" y="95315"/>
                  </a:lnTo>
                  <a:lnTo>
                    <a:pt x="124835" y="124835"/>
                  </a:lnTo>
                  <a:lnTo>
                    <a:pt x="95315" y="158363"/>
                  </a:lnTo>
                  <a:lnTo>
                    <a:pt x="70224" y="195481"/>
                  </a:lnTo>
                  <a:lnTo>
                    <a:pt x="49979" y="235770"/>
                  </a:lnTo>
                  <a:lnTo>
                    <a:pt x="34999" y="278812"/>
                  </a:lnTo>
                  <a:lnTo>
                    <a:pt x="25705" y="324186"/>
                  </a:lnTo>
                  <a:lnTo>
                    <a:pt x="22513" y="371474"/>
                  </a:lnTo>
                  <a:lnTo>
                    <a:pt x="25653" y="418005"/>
                  </a:lnTo>
                  <a:lnTo>
                    <a:pt x="25705" y="418763"/>
                  </a:lnTo>
                  <a:lnTo>
                    <a:pt x="34999" y="464137"/>
                  </a:lnTo>
                  <a:lnTo>
                    <a:pt x="49979" y="507179"/>
                  </a:lnTo>
                  <a:lnTo>
                    <a:pt x="70224" y="547468"/>
                  </a:lnTo>
                  <a:lnTo>
                    <a:pt x="95315" y="584586"/>
                  </a:lnTo>
                  <a:lnTo>
                    <a:pt x="124778" y="618050"/>
                  </a:lnTo>
                  <a:lnTo>
                    <a:pt x="158363" y="647634"/>
                  </a:lnTo>
                  <a:lnTo>
                    <a:pt x="195481" y="672725"/>
                  </a:lnTo>
                  <a:lnTo>
                    <a:pt x="235770" y="692970"/>
                  </a:lnTo>
                  <a:lnTo>
                    <a:pt x="278812" y="707950"/>
                  </a:lnTo>
                  <a:lnTo>
                    <a:pt x="324186" y="717244"/>
                  </a:lnTo>
                  <a:lnTo>
                    <a:pt x="371474" y="720436"/>
                  </a:lnTo>
                  <a:lnTo>
                    <a:pt x="497680" y="720436"/>
                  </a:lnTo>
                  <a:lnTo>
                    <a:pt x="462829" y="731584"/>
                  </a:lnTo>
                  <a:lnTo>
                    <a:pt x="418005" y="740050"/>
                  </a:lnTo>
                  <a:lnTo>
                    <a:pt x="371474" y="742949"/>
                  </a:lnTo>
                  <a:close/>
                </a:path>
                <a:path w="742950" h="742950">
                  <a:moveTo>
                    <a:pt x="497680" y="720436"/>
                  </a:moveTo>
                  <a:lnTo>
                    <a:pt x="371474" y="720436"/>
                  </a:lnTo>
                  <a:lnTo>
                    <a:pt x="418763" y="717244"/>
                  </a:lnTo>
                  <a:lnTo>
                    <a:pt x="464137" y="707950"/>
                  </a:lnTo>
                  <a:lnTo>
                    <a:pt x="507179" y="692970"/>
                  </a:lnTo>
                  <a:lnTo>
                    <a:pt x="547468" y="672725"/>
                  </a:lnTo>
                  <a:lnTo>
                    <a:pt x="584586" y="647634"/>
                  </a:lnTo>
                  <a:lnTo>
                    <a:pt x="618171" y="618050"/>
                  </a:lnTo>
                  <a:lnTo>
                    <a:pt x="647634" y="584586"/>
                  </a:lnTo>
                  <a:lnTo>
                    <a:pt x="672725" y="547468"/>
                  </a:lnTo>
                  <a:lnTo>
                    <a:pt x="692970" y="507179"/>
                  </a:lnTo>
                  <a:lnTo>
                    <a:pt x="707950" y="464137"/>
                  </a:lnTo>
                  <a:lnTo>
                    <a:pt x="717244" y="418763"/>
                  </a:lnTo>
                  <a:lnTo>
                    <a:pt x="720436" y="371474"/>
                  </a:lnTo>
                  <a:lnTo>
                    <a:pt x="717295" y="324941"/>
                  </a:lnTo>
                  <a:lnTo>
                    <a:pt x="717244" y="324186"/>
                  </a:lnTo>
                  <a:lnTo>
                    <a:pt x="707950" y="278812"/>
                  </a:lnTo>
                  <a:lnTo>
                    <a:pt x="692970" y="235770"/>
                  </a:lnTo>
                  <a:lnTo>
                    <a:pt x="672725" y="195481"/>
                  </a:lnTo>
                  <a:lnTo>
                    <a:pt x="647634" y="158363"/>
                  </a:lnTo>
                  <a:lnTo>
                    <a:pt x="618114" y="124835"/>
                  </a:lnTo>
                  <a:lnTo>
                    <a:pt x="584586" y="95315"/>
                  </a:lnTo>
                  <a:lnTo>
                    <a:pt x="547468" y="70224"/>
                  </a:lnTo>
                  <a:lnTo>
                    <a:pt x="507179" y="49979"/>
                  </a:lnTo>
                  <a:lnTo>
                    <a:pt x="464137" y="34999"/>
                  </a:lnTo>
                  <a:lnTo>
                    <a:pt x="418763" y="25705"/>
                  </a:lnTo>
                  <a:lnTo>
                    <a:pt x="371474" y="22513"/>
                  </a:lnTo>
                  <a:lnTo>
                    <a:pt x="497685" y="22513"/>
                  </a:lnTo>
                  <a:lnTo>
                    <a:pt x="545957" y="43587"/>
                  </a:lnTo>
                  <a:lnTo>
                    <a:pt x="583558" y="66644"/>
                  </a:lnTo>
                  <a:lnTo>
                    <a:pt x="618050" y="93863"/>
                  </a:lnTo>
                  <a:lnTo>
                    <a:pt x="649023" y="124835"/>
                  </a:lnTo>
                  <a:lnTo>
                    <a:pt x="676301" y="159384"/>
                  </a:lnTo>
                  <a:lnTo>
                    <a:pt x="699359" y="196985"/>
                  </a:lnTo>
                  <a:lnTo>
                    <a:pt x="717903" y="237346"/>
                  </a:lnTo>
                  <a:lnTo>
                    <a:pt x="731584" y="280115"/>
                  </a:lnTo>
                  <a:lnTo>
                    <a:pt x="740050" y="324941"/>
                  </a:lnTo>
                  <a:lnTo>
                    <a:pt x="742949" y="371474"/>
                  </a:lnTo>
                  <a:lnTo>
                    <a:pt x="740050" y="418005"/>
                  </a:lnTo>
                  <a:lnTo>
                    <a:pt x="731584" y="462829"/>
                  </a:lnTo>
                  <a:lnTo>
                    <a:pt x="717903" y="505597"/>
                  </a:lnTo>
                  <a:lnTo>
                    <a:pt x="699359" y="545957"/>
                  </a:lnTo>
                  <a:lnTo>
                    <a:pt x="676301" y="583558"/>
                  </a:lnTo>
                  <a:lnTo>
                    <a:pt x="649081" y="618050"/>
                  </a:lnTo>
                  <a:lnTo>
                    <a:pt x="618050" y="649081"/>
                  </a:lnTo>
                  <a:lnTo>
                    <a:pt x="583558" y="676301"/>
                  </a:lnTo>
                  <a:lnTo>
                    <a:pt x="545957" y="699359"/>
                  </a:lnTo>
                  <a:lnTo>
                    <a:pt x="505597" y="717903"/>
                  </a:lnTo>
                  <a:lnTo>
                    <a:pt x="497680" y="720436"/>
                  </a:lnTo>
                  <a:close/>
                </a:path>
              </a:pathLst>
            </a:custGeom>
            <a:solidFill>
              <a:srgbClr val="F694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634241" y="4166140"/>
              <a:ext cx="170180" cy="281305"/>
            </a:xfrm>
            <a:custGeom>
              <a:avLst/>
              <a:gdLst/>
              <a:ahLst/>
              <a:cxnLst/>
              <a:rect l="l" t="t" r="r" b="b"/>
              <a:pathLst>
                <a:path w="170180" h="281304">
                  <a:moveTo>
                    <a:pt x="32487" y="280985"/>
                  </a:moveTo>
                  <a:lnTo>
                    <a:pt x="0" y="249766"/>
                  </a:lnTo>
                  <a:lnTo>
                    <a:pt x="106737" y="139014"/>
                  </a:lnTo>
                  <a:lnTo>
                    <a:pt x="240" y="31751"/>
                  </a:lnTo>
                  <a:lnTo>
                    <a:pt x="32224" y="0"/>
                  </a:lnTo>
                  <a:lnTo>
                    <a:pt x="169707" y="138511"/>
                  </a:lnTo>
                  <a:lnTo>
                    <a:pt x="32487" y="280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1028700" y="9067802"/>
            <a:ext cx="14071600" cy="190500"/>
            <a:chOff x="1028700" y="9067802"/>
            <a:chExt cx="14071600" cy="190500"/>
          </a:xfrm>
        </p:grpSpPr>
        <p:sp>
          <p:nvSpPr>
            <p:cNvPr id="42" name="object 42"/>
            <p:cNvSpPr/>
            <p:nvPr/>
          </p:nvSpPr>
          <p:spPr>
            <a:xfrm>
              <a:off x="1028700" y="9067802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640168" y="9067802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451574" y="9067802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16628265" y="8806718"/>
            <a:ext cx="436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710"/>
              </a:lnSpc>
            </a:pPr>
            <a:r>
              <a:rPr sz="3200" b="1" spc="-30" dirty="0">
                <a:latin typeface="Roboto Cn"/>
                <a:cs typeface="Roboto Cn"/>
              </a:rPr>
              <a:t>09</a:t>
            </a:r>
            <a:endParaRPr sz="3200">
              <a:latin typeface="Roboto Cn"/>
              <a:cs typeface="Roboto C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7580" y="2721726"/>
            <a:ext cx="2839085" cy="2972435"/>
            <a:chOff x="3097580" y="2721726"/>
            <a:chExt cx="2839085" cy="2972435"/>
          </a:xfrm>
        </p:grpSpPr>
        <p:sp>
          <p:nvSpPr>
            <p:cNvPr id="3" name="object 3"/>
            <p:cNvSpPr/>
            <p:nvPr/>
          </p:nvSpPr>
          <p:spPr>
            <a:xfrm>
              <a:off x="3145230" y="2769381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60" h="2875915">
                  <a:moveTo>
                    <a:pt x="2509600" y="2875639"/>
                  </a:moveTo>
                  <a:lnTo>
                    <a:pt x="230727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7" y="2770358"/>
                  </a:lnTo>
                  <a:lnTo>
                    <a:pt x="18126" y="2729372"/>
                  </a:lnTo>
                  <a:lnTo>
                    <a:pt x="4617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30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30" y="2858245"/>
                  </a:lnTo>
                  <a:lnTo>
                    <a:pt x="2548876" y="2871753"/>
                  </a:lnTo>
                  <a:lnTo>
                    <a:pt x="2509600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45234" y="2769380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8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8" y="191464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8" y="2685085"/>
                  </a:lnTo>
                  <a:lnTo>
                    <a:pt x="2725046" y="2729542"/>
                  </a:lnTo>
                  <a:lnTo>
                    <a:pt x="2703141" y="2770529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50"/>
                  </a:lnTo>
                  <a:lnTo>
                    <a:pt x="238373" y="2876549"/>
                  </a:lnTo>
                  <a:lnTo>
                    <a:pt x="191652" y="2871931"/>
                  </a:lnTo>
                  <a:lnTo>
                    <a:pt x="147152" y="2858422"/>
                  </a:lnTo>
                  <a:lnTo>
                    <a:pt x="106123" y="2836539"/>
                  </a:lnTo>
                  <a:lnTo>
                    <a:pt x="69818" y="2806800"/>
                  </a:lnTo>
                  <a:lnTo>
                    <a:pt x="40049" y="2770530"/>
                  </a:lnTo>
                  <a:lnTo>
                    <a:pt x="18145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2" y="18127"/>
                  </a:lnTo>
                  <a:lnTo>
                    <a:pt x="191652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183316" y="2721726"/>
            <a:ext cx="2839085" cy="2972435"/>
            <a:chOff x="6183316" y="2721726"/>
            <a:chExt cx="2839085" cy="2972435"/>
          </a:xfrm>
        </p:grpSpPr>
        <p:sp>
          <p:nvSpPr>
            <p:cNvPr id="6" name="object 6"/>
            <p:cNvSpPr/>
            <p:nvPr/>
          </p:nvSpPr>
          <p:spPr>
            <a:xfrm>
              <a:off x="6230966" y="2769381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59" h="2875915">
                  <a:moveTo>
                    <a:pt x="2509600" y="2875639"/>
                  </a:moveTo>
                  <a:lnTo>
                    <a:pt x="230728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7" y="2770358"/>
                  </a:lnTo>
                  <a:lnTo>
                    <a:pt x="18126" y="2729372"/>
                  </a:lnTo>
                  <a:lnTo>
                    <a:pt x="4617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29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29" y="2858245"/>
                  </a:lnTo>
                  <a:lnTo>
                    <a:pt x="2548876" y="2871753"/>
                  </a:lnTo>
                  <a:lnTo>
                    <a:pt x="2509600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30971" y="2769380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8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8" y="191464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8" y="2685085"/>
                  </a:lnTo>
                  <a:lnTo>
                    <a:pt x="2725046" y="2729542"/>
                  </a:lnTo>
                  <a:lnTo>
                    <a:pt x="2703141" y="2770529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50"/>
                  </a:lnTo>
                  <a:lnTo>
                    <a:pt x="238373" y="2876550"/>
                  </a:lnTo>
                  <a:lnTo>
                    <a:pt x="191652" y="2871931"/>
                  </a:lnTo>
                  <a:lnTo>
                    <a:pt x="147151" y="2858422"/>
                  </a:lnTo>
                  <a:lnTo>
                    <a:pt x="106123" y="2836539"/>
                  </a:lnTo>
                  <a:lnTo>
                    <a:pt x="69818" y="2806800"/>
                  </a:lnTo>
                  <a:lnTo>
                    <a:pt x="40049" y="2770530"/>
                  </a:lnTo>
                  <a:lnTo>
                    <a:pt x="18145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1" y="18127"/>
                  </a:lnTo>
                  <a:lnTo>
                    <a:pt x="191652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269053" y="2721726"/>
            <a:ext cx="2839085" cy="2972435"/>
            <a:chOff x="9269053" y="2721726"/>
            <a:chExt cx="2839085" cy="2972435"/>
          </a:xfrm>
        </p:grpSpPr>
        <p:sp>
          <p:nvSpPr>
            <p:cNvPr id="9" name="object 9"/>
            <p:cNvSpPr/>
            <p:nvPr/>
          </p:nvSpPr>
          <p:spPr>
            <a:xfrm>
              <a:off x="9316703" y="2769381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59" h="2875915">
                  <a:moveTo>
                    <a:pt x="2509600" y="2875639"/>
                  </a:moveTo>
                  <a:lnTo>
                    <a:pt x="230727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7" y="2770358"/>
                  </a:lnTo>
                  <a:lnTo>
                    <a:pt x="18126" y="2729372"/>
                  </a:lnTo>
                  <a:lnTo>
                    <a:pt x="4617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30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30" y="2858245"/>
                  </a:lnTo>
                  <a:lnTo>
                    <a:pt x="2548876" y="2871753"/>
                  </a:lnTo>
                  <a:lnTo>
                    <a:pt x="2509600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16708" y="2769380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7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9" y="191463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9" y="2685085"/>
                  </a:lnTo>
                  <a:lnTo>
                    <a:pt x="2725046" y="2729542"/>
                  </a:lnTo>
                  <a:lnTo>
                    <a:pt x="2703141" y="2770530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50"/>
                  </a:lnTo>
                  <a:lnTo>
                    <a:pt x="238373" y="2876549"/>
                  </a:lnTo>
                  <a:lnTo>
                    <a:pt x="191651" y="2871931"/>
                  </a:lnTo>
                  <a:lnTo>
                    <a:pt x="147151" y="2858422"/>
                  </a:lnTo>
                  <a:lnTo>
                    <a:pt x="106123" y="2836539"/>
                  </a:lnTo>
                  <a:lnTo>
                    <a:pt x="69818" y="2806800"/>
                  </a:lnTo>
                  <a:lnTo>
                    <a:pt x="40049" y="2770530"/>
                  </a:lnTo>
                  <a:lnTo>
                    <a:pt x="18145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1" y="18127"/>
                  </a:lnTo>
                  <a:lnTo>
                    <a:pt x="191652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2354790" y="2721726"/>
            <a:ext cx="2839085" cy="2972435"/>
            <a:chOff x="12354790" y="2721726"/>
            <a:chExt cx="2839085" cy="2972435"/>
          </a:xfrm>
        </p:grpSpPr>
        <p:sp>
          <p:nvSpPr>
            <p:cNvPr id="12" name="object 12"/>
            <p:cNvSpPr/>
            <p:nvPr/>
          </p:nvSpPr>
          <p:spPr>
            <a:xfrm>
              <a:off x="12402440" y="2769381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59" h="2875915">
                  <a:moveTo>
                    <a:pt x="2509600" y="2875639"/>
                  </a:moveTo>
                  <a:lnTo>
                    <a:pt x="230727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8" y="2770358"/>
                  </a:lnTo>
                  <a:lnTo>
                    <a:pt x="18126" y="2729372"/>
                  </a:lnTo>
                  <a:lnTo>
                    <a:pt x="4618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8" y="191452"/>
                  </a:lnTo>
                  <a:lnTo>
                    <a:pt x="18126" y="146998"/>
                  </a:lnTo>
                  <a:lnTo>
                    <a:pt x="40008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30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30" y="2858245"/>
                  </a:lnTo>
                  <a:lnTo>
                    <a:pt x="2548876" y="2871753"/>
                  </a:lnTo>
                  <a:lnTo>
                    <a:pt x="2509600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02445" y="2769380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7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8" y="191463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8" y="2685085"/>
                  </a:lnTo>
                  <a:lnTo>
                    <a:pt x="2725046" y="2729542"/>
                  </a:lnTo>
                  <a:lnTo>
                    <a:pt x="2703141" y="2770530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50"/>
                  </a:lnTo>
                  <a:lnTo>
                    <a:pt x="238373" y="2876549"/>
                  </a:lnTo>
                  <a:lnTo>
                    <a:pt x="191651" y="2871931"/>
                  </a:lnTo>
                  <a:lnTo>
                    <a:pt x="147151" y="2858422"/>
                  </a:lnTo>
                  <a:lnTo>
                    <a:pt x="106123" y="2836539"/>
                  </a:lnTo>
                  <a:lnTo>
                    <a:pt x="69818" y="2806799"/>
                  </a:lnTo>
                  <a:lnTo>
                    <a:pt x="40049" y="2770529"/>
                  </a:lnTo>
                  <a:lnTo>
                    <a:pt x="18145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1" y="18127"/>
                  </a:lnTo>
                  <a:lnTo>
                    <a:pt x="191651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272635" y="2893713"/>
            <a:ext cx="2524125" cy="2629535"/>
            <a:chOff x="3272635" y="2893713"/>
            <a:chExt cx="2524125" cy="2629535"/>
          </a:xfrm>
        </p:grpSpPr>
        <p:sp>
          <p:nvSpPr>
            <p:cNvPr id="15" name="object 15"/>
            <p:cNvSpPr/>
            <p:nvPr/>
          </p:nvSpPr>
          <p:spPr>
            <a:xfrm>
              <a:off x="3367885" y="2988976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5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5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5" y="0"/>
                  </a:lnTo>
                  <a:lnTo>
                    <a:pt x="2142858" y="4617"/>
                  </a:lnTo>
                  <a:lnTo>
                    <a:pt x="2187311" y="18126"/>
                  </a:lnTo>
                  <a:lnTo>
                    <a:pt x="2228297" y="40007"/>
                  </a:lnTo>
                  <a:lnTo>
                    <a:pt x="2264565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3"/>
                  </a:lnTo>
                  <a:lnTo>
                    <a:pt x="2332886" y="2213447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5" y="2367435"/>
                  </a:lnTo>
                  <a:lnTo>
                    <a:pt x="2228297" y="2397173"/>
                  </a:lnTo>
                  <a:lnTo>
                    <a:pt x="2187311" y="2419055"/>
                  </a:lnTo>
                  <a:lnTo>
                    <a:pt x="2142858" y="2432563"/>
                  </a:lnTo>
                  <a:lnTo>
                    <a:pt x="2096185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67898" y="2988976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20"/>
                  </a:lnTo>
                  <a:lnTo>
                    <a:pt x="2186645" y="18135"/>
                  </a:lnTo>
                  <a:lnTo>
                    <a:pt x="2227618" y="40027"/>
                  </a:lnTo>
                  <a:lnTo>
                    <a:pt x="2263875" y="69779"/>
                  </a:lnTo>
                  <a:lnTo>
                    <a:pt x="2293603" y="106066"/>
                  </a:lnTo>
                  <a:lnTo>
                    <a:pt x="2315478" y="147071"/>
                  </a:lnTo>
                  <a:lnTo>
                    <a:pt x="2328982" y="191547"/>
                  </a:lnTo>
                  <a:lnTo>
                    <a:pt x="2333599" y="238243"/>
                  </a:lnTo>
                  <a:lnTo>
                    <a:pt x="2333599" y="2200155"/>
                  </a:lnTo>
                  <a:lnTo>
                    <a:pt x="2328982" y="2246851"/>
                  </a:lnTo>
                  <a:lnTo>
                    <a:pt x="2315478" y="2291327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80"/>
                  </a:lnTo>
                  <a:lnTo>
                    <a:pt x="2095546" y="2438400"/>
                  </a:lnTo>
                  <a:lnTo>
                    <a:pt x="238052" y="2438400"/>
                  </a:lnTo>
                  <a:lnTo>
                    <a:pt x="191393" y="2433780"/>
                  </a:lnTo>
                  <a:lnTo>
                    <a:pt x="146953" y="2420264"/>
                  </a:lnTo>
                  <a:lnTo>
                    <a:pt x="105980" y="2398372"/>
                  </a:lnTo>
                  <a:lnTo>
                    <a:pt x="69723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4"/>
                  </a:lnTo>
                  <a:lnTo>
                    <a:pt x="4616" y="191547"/>
                  </a:lnTo>
                  <a:lnTo>
                    <a:pt x="18120" y="147072"/>
                  </a:lnTo>
                  <a:lnTo>
                    <a:pt x="39995" y="106066"/>
                  </a:lnTo>
                  <a:lnTo>
                    <a:pt x="69724" y="69780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345275" y="2893713"/>
            <a:ext cx="2524125" cy="2629535"/>
            <a:chOff x="6345275" y="2893713"/>
            <a:chExt cx="2524125" cy="2629535"/>
          </a:xfrm>
        </p:grpSpPr>
        <p:sp>
          <p:nvSpPr>
            <p:cNvPr id="18" name="object 18"/>
            <p:cNvSpPr/>
            <p:nvPr/>
          </p:nvSpPr>
          <p:spPr>
            <a:xfrm>
              <a:off x="6440524" y="2988976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5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5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5" y="0"/>
                  </a:lnTo>
                  <a:lnTo>
                    <a:pt x="2142858" y="4617"/>
                  </a:lnTo>
                  <a:lnTo>
                    <a:pt x="2187311" y="18126"/>
                  </a:lnTo>
                  <a:lnTo>
                    <a:pt x="2228297" y="40007"/>
                  </a:lnTo>
                  <a:lnTo>
                    <a:pt x="2264564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1"/>
                  </a:lnTo>
                  <a:lnTo>
                    <a:pt x="2332886" y="2213449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4" y="2367435"/>
                  </a:lnTo>
                  <a:lnTo>
                    <a:pt x="2228297" y="2397173"/>
                  </a:lnTo>
                  <a:lnTo>
                    <a:pt x="2187311" y="2419055"/>
                  </a:lnTo>
                  <a:lnTo>
                    <a:pt x="2142858" y="2432563"/>
                  </a:lnTo>
                  <a:lnTo>
                    <a:pt x="2096185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40537" y="2988976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20"/>
                  </a:lnTo>
                  <a:lnTo>
                    <a:pt x="2186645" y="18135"/>
                  </a:lnTo>
                  <a:lnTo>
                    <a:pt x="2227618" y="40027"/>
                  </a:lnTo>
                  <a:lnTo>
                    <a:pt x="2263874" y="69780"/>
                  </a:lnTo>
                  <a:lnTo>
                    <a:pt x="2293603" y="106066"/>
                  </a:lnTo>
                  <a:lnTo>
                    <a:pt x="2315478" y="147071"/>
                  </a:lnTo>
                  <a:lnTo>
                    <a:pt x="2328982" y="191547"/>
                  </a:lnTo>
                  <a:lnTo>
                    <a:pt x="2333598" y="238243"/>
                  </a:lnTo>
                  <a:lnTo>
                    <a:pt x="2333598" y="2200155"/>
                  </a:lnTo>
                  <a:lnTo>
                    <a:pt x="2328982" y="2246851"/>
                  </a:lnTo>
                  <a:lnTo>
                    <a:pt x="2315478" y="2291327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80"/>
                  </a:lnTo>
                  <a:lnTo>
                    <a:pt x="2095546" y="2438400"/>
                  </a:lnTo>
                  <a:lnTo>
                    <a:pt x="238052" y="2438400"/>
                  </a:lnTo>
                  <a:lnTo>
                    <a:pt x="191393" y="2433779"/>
                  </a:lnTo>
                  <a:lnTo>
                    <a:pt x="146953" y="2420264"/>
                  </a:lnTo>
                  <a:lnTo>
                    <a:pt x="105980" y="2398372"/>
                  </a:lnTo>
                  <a:lnTo>
                    <a:pt x="69723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4"/>
                  </a:lnTo>
                  <a:lnTo>
                    <a:pt x="4616" y="191547"/>
                  </a:lnTo>
                  <a:lnTo>
                    <a:pt x="18120" y="147071"/>
                  </a:lnTo>
                  <a:lnTo>
                    <a:pt x="39995" y="106066"/>
                  </a:lnTo>
                  <a:lnTo>
                    <a:pt x="69723" y="69779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9430580" y="2893713"/>
            <a:ext cx="2524125" cy="2629535"/>
            <a:chOff x="9430580" y="2893713"/>
            <a:chExt cx="2524125" cy="2629535"/>
          </a:xfrm>
        </p:grpSpPr>
        <p:sp>
          <p:nvSpPr>
            <p:cNvPr id="21" name="object 21"/>
            <p:cNvSpPr/>
            <p:nvPr/>
          </p:nvSpPr>
          <p:spPr>
            <a:xfrm>
              <a:off x="9525830" y="2988976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5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5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5" y="0"/>
                  </a:lnTo>
                  <a:lnTo>
                    <a:pt x="2142858" y="4617"/>
                  </a:lnTo>
                  <a:lnTo>
                    <a:pt x="2187311" y="18126"/>
                  </a:lnTo>
                  <a:lnTo>
                    <a:pt x="2228297" y="40007"/>
                  </a:lnTo>
                  <a:lnTo>
                    <a:pt x="2264564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4"/>
                  </a:lnTo>
                  <a:lnTo>
                    <a:pt x="2332886" y="2213447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4" y="2367435"/>
                  </a:lnTo>
                  <a:lnTo>
                    <a:pt x="2228297" y="2397173"/>
                  </a:lnTo>
                  <a:lnTo>
                    <a:pt x="2187311" y="2419055"/>
                  </a:lnTo>
                  <a:lnTo>
                    <a:pt x="2142858" y="2432563"/>
                  </a:lnTo>
                  <a:lnTo>
                    <a:pt x="2096185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25843" y="2988976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19"/>
                  </a:lnTo>
                  <a:lnTo>
                    <a:pt x="2186645" y="18135"/>
                  </a:lnTo>
                  <a:lnTo>
                    <a:pt x="2227618" y="40027"/>
                  </a:lnTo>
                  <a:lnTo>
                    <a:pt x="2263874" y="69780"/>
                  </a:lnTo>
                  <a:lnTo>
                    <a:pt x="2293603" y="106065"/>
                  </a:lnTo>
                  <a:lnTo>
                    <a:pt x="2315478" y="147071"/>
                  </a:lnTo>
                  <a:lnTo>
                    <a:pt x="2328982" y="191547"/>
                  </a:lnTo>
                  <a:lnTo>
                    <a:pt x="2333598" y="238243"/>
                  </a:lnTo>
                  <a:lnTo>
                    <a:pt x="2333598" y="2200155"/>
                  </a:lnTo>
                  <a:lnTo>
                    <a:pt x="2328982" y="2246851"/>
                  </a:lnTo>
                  <a:lnTo>
                    <a:pt x="2315478" y="2291327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80"/>
                  </a:lnTo>
                  <a:lnTo>
                    <a:pt x="2095546" y="2438400"/>
                  </a:lnTo>
                  <a:lnTo>
                    <a:pt x="238052" y="2438400"/>
                  </a:lnTo>
                  <a:lnTo>
                    <a:pt x="191393" y="2433779"/>
                  </a:lnTo>
                  <a:lnTo>
                    <a:pt x="146953" y="2420264"/>
                  </a:lnTo>
                  <a:lnTo>
                    <a:pt x="105980" y="2398371"/>
                  </a:lnTo>
                  <a:lnTo>
                    <a:pt x="69723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4"/>
                  </a:lnTo>
                  <a:lnTo>
                    <a:pt x="4616" y="191547"/>
                  </a:lnTo>
                  <a:lnTo>
                    <a:pt x="18120" y="147072"/>
                  </a:lnTo>
                  <a:lnTo>
                    <a:pt x="39995" y="106066"/>
                  </a:lnTo>
                  <a:lnTo>
                    <a:pt x="69723" y="69780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2512513" y="2893713"/>
            <a:ext cx="2524125" cy="2629535"/>
            <a:chOff x="12512513" y="2893713"/>
            <a:chExt cx="2524125" cy="2629535"/>
          </a:xfrm>
        </p:grpSpPr>
        <p:sp>
          <p:nvSpPr>
            <p:cNvPr id="24" name="object 24"/>
            <p:cNvSpPr/>
            <p:nvPr/>
          </p:nvSpPr>
          <p:spPr>
            <a:xfrm>
              <a:off x="12607762" y="2988976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6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5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6" y="0"/>
                  </a:lnTo>
                  <a:lnTo>
                    <a:pt x="2142858" y="4617"/>
                  </a:lnTo>
                  <a:lnTo>
                    <a:pt x="2187312" y="18126"/>
                  </a:lnTo>
                  <a:lnTo>
                    <a:pt x="2228297" y="40007"/>
                  </a:lnTo>
                  <a:lnTo>
                    <a:pt x="2264565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9"/>
                  </a:lnTo>
                  <a:lnTo>
                    <a:pt x="2332886" y="2213442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5" y="2367435"/>
                  </a:lnTo>
                  <a:lnTo>
                    <a:pt x="2228297" y="2397173"/>
                  </a:lnTo>
                  <a:lnTo>
                    <a:pt x="2187312" y="2419055"/>
                  </a:lnTo>
                  <a:lnTo>
                    <a:pt x="2142858" y="2432563"/>
                  </a:lnTo>
                  <a:lnTo>
                    <a:pt x="2096186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607776" y="2988976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20"/>
                  </a:lnTo>
                  <a:lnTo>
                    <a:pt x="2186645" y="18135"/>
                  </a:lnTo>
                  <a:lnTo>
                    <a:pt x="2227617" y="40027"/>
                  </a:lnTo>
                  <a:lnTo>
                    <a:pt x="2263874" y="69780"/>
                  </a:lnTo>
                  <a:lnTo>
                    <a:pt x="2293603" y="106065"/>
                  </a:lnTo>
                  <a:lnTo>
                    <a:pt x="2315478" y="147071"/>
                  </a:lnTo>
                  <a:lnTo>
                    <a:pt x="2328983" y="191547"/>
                  </a:lnTo>
                  <a:lnTo>
                    <a:pt x="2333599" y="238244"/>
                  </a:lnTo>
                  <a:lnTo>
                    <a:pt x="2333599" y="2200155"/>
                  </a:lnTo>
                  <a:lnTo>
                    <a:pt x="2328983" y="2246852"/>
                  </a:lnTo>
                  <a:lnTo>
                    <a:pt x="2315478" y="2291328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80"/>
                  </a:lnTo>
                  <a:lnTo>
                    <a:pt x="2095546" y="2438400"/>
                  </a:lnTo>
                  <a:lnTo>
                    <a:pt x="238052" y="2438400"/>
                  </a:lnTo>
                  <a:lnTo>
                    <a:pt x="191393" y="2433780"/>
                  </a:lnTo>
                  <a:lnTo>
                    <a:pt x="146953" y="2420264"/>
                  </a:lnTo>
                  <a:lnTo>
                    <a:pt x="105980" y="2398371"/>
                  </a:lnTo>
                  <a:lnTo>
                    <a:pt x="69724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4"/>
                  </a:lnTo>
                  <a:lnTo>
                    <a:pt x="4616" y="191547"/>
                  </a:lnTo>
                  <a:lnTo>
                    <a:pt x="18120" y="147072"/>
                  </a:lnTo>
                  <a:lnTo>
                    <a:pt x="39995" y="106066"/>
                  </a:lnTo>
                  <a:lnTo>
                    <a:pt x="69724" y="69780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183316" y="5798122"/>
            <a:ext cx="2839085" cy="2972435"/>
            <a:chOff x="6183316" y="5798122"/>
            <a:chExt cx="2839085" cy="2972435"/>
          </a:xfrm>
        </p:grpSpPr>
        <p:sp>
          <p:nvSpPr>
            <p:cNvPr id="27" name="object 27"/>
            <p:cNvSpPr/>
            <p:nvPr/>
          </p:nvSpPr>
          <p:spPr>
            <a:xfrm>
              <a:off x="6230966" y="5845777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59" h="2875915">
                  <a:moveTo>
                    <a:pt x="2509599" y="2875639"/>
                  </a:moveTo>
                  <a:lnTo>
                    <a:pt x="230729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7" y="2770358"/>
                  </a:lnTo>
                  <a:lnTo>
                    <a:pt x="18126" y="2729372"/>
                  </a:lnTo>
                  <a:lnTo>
                    <a:pt x="4617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29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29" y="2858245"/>
                  </a:lnTo>
                  <a:lnTo>
                    <a:pt x="2548876" y="2871753"/>
                  </a:lnTo>
                  <a:lnTo>
                    <a:pt x="2509599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30971" y="5845777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8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8" y="191463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8" y="2685085"/>
                  </a:lnTo>
                  <a:lnTo>
                    <a:pt x="2725046" y="2729542"/>
                  </a:lnTo>
                  <a:lnTo>
                    <a:pt x="2703142" y="2770530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49"/>
                  </a:lnTo>
                  <a:lnTo>
                    <a:pt x="238373" y="2876549"/>
                  </a:lnTo>
                  <a:lnTo>
                    <a:pt x="191652" y="2871931"/>
                  </a:lnTo>
                  <a:lnTo>
                    <a:pt x="147151" y="2858422"/>
                  </a:lnTo>
                  <a:lnTo>
                    <a:pt x="106123" y="2836539"/>
                  </a:lnTo>
                  <a:lnTo>
                    <a:pt x="69817" y="2806800"/>
                  </a:lnTo>
                  <a:lnTo>
                    <a:pt x="40049" y="2770530"/>
                  </a:lnTo>
                  <a:lnTo>
                    <a:pt x="18144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2" y="18127"/>
                  </a:lnTo>
                  <a:lnTo>
                    <a:pt x="191652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53621" y="6065372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5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4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5" y="0"/>
                  </a:lnTo>
                  <a:lnTo>
                    <a:pt x="2142857" y="4617"/>
                  </a:lnTo>
                  <a:lnTo>
                    <a:pt x="2187311" y="18126"/>
                  </a:lnTo>
                  <a:lnTo>
                    <a:pt x="2228297" y="40007"/>
                  </a:lnTo>
                  <a:lnTo>
                    <a:pt x="2264564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4"/>
                  </a:lnTo>
                  <a:lnTo>
                    <a:pt x="2332886" y="2213446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4" y="2367435"/>
                  </a:lnTo>
                  <a:lnTo>
                    <a:pt x="2228297" y="2397173"/>
                  </a:lnTo>
                  <a:lnTo>
                    <a:pt x="2187311" y="2419054"/>
                  </a:lnTo>
                  <a:lnTo>
                    <a:pt x="2142857" y="2432563"/>
                  </a:lnTo>
                  <a:lnTo>
                    <a:pt x="2096185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53634" y="6065372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19"/>
                  </a:lnTo>
                  <a:lnTo>
                    <a:pt x="2186645" y="18135"/>
                  </a:lnTo>
                  <a:lnTo>
                    <a:pt x="2227618" y="40027"/>
                  </a:lnTo>
                  <a:lnTo>
                    <a:pt x="2263875" y="69779"/>
                  </a:lnTo>
                  <a:lnTo>
                    <a:pt x="2293603" y="106065"/>
                  </a:lnTo>
                  <a:lnTo>
                    <a:pt x="2315478" y="147071"/>
                  </a:lnTo>
                  <a:lnTo>
                    <a:pt x="2328982" y="191547"/>
                  </a:lnTo>
                  <a:lnTo>
                    <a:pt x="2333598" y="238243"/>
                  </a:lnTo>
                  <a:lnTo>
                    <a:pt x="2333598" y="2200155"/>
                  </a:lnTo>
                  <a:lnTo>
                    <a:pt x="2328982" y="2246851"/>
                  </a:lnTo>
                  <a:lnTo>
                    <a:pt x="2315478" y="2291327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79"/>
                  </a:lnTo>
                  <a:lnTo>
                    <a:pt x="2095546" y="2438399"/>
                  </a:lnTo>
                  <a:lnTo>
                    <a:pt x="238052" y="2438399"/>
                  </a:lnTo>
                  <a:lnTo>
                    <a:pt x="191393" y="2433779"/>
                  </a:lnTo>
                  <a:lnTo>
                    <a:pt x="146953" y="2420264"/>
                  </a:lnTo>
                  <a:lnTo>
                    <a:pt x="105980" y="2398371"/>
                  </a:lnTo>
                  <a:lnTo>
                    <a:pt x="69723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3"/>
                  </a:lnTo>
                  <a:lnTo>
                    <a:pt x="4616" y="191547"/>
                  </a:lnTo>
                  <a:lnTo>
                    <a:pt x="18120" y="147071"/>
                  </a:lnTo>
                  <a:lnTo>
                    <a:pt x="39995" y="106066"/>
                  </a:lnTo>
                  <a:lnTo>
                    <a:pt x="69723" y="69779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844304" y="3424176"/>
            <a:ext cx="1382395" cy="1563370"/>
            <a:chOff x="3844304" y="3424176"/>
            <a:chExt cx="1382395" cy="1563370"/>
          </a:xfrm>
        </p:grpSpPr>
        <p:sp>
          <p:nvSpPr>
            <p:cNvPr id="32" name="object 32"/>
            <p:cNvSpPr/>
            <p:nvPr/>
          </p:nvSpPr>
          <p:spPr>
            <a:xfrm>
              <a:off x="3844304" y="3424176"/>
              <a:ext cx="1382395" cy="1563370"/>
            </a:xfrm>
            <a:custGeom>
              <a:avLst/>
              <a:gdLst/>
              <a:ahLst/>
              <a:cxnLst/>
              <a:rect l="l" t="t" r="r" b="b"/>
              <a:pathLst>
                <a:path w="1382395" h="1563370">
                  <a:moveTo>
                    <a:pt x="690072" y="1562978"/>
                  </a:moveTo>
                  <a:lnTo>
                    <a:pt x="125770" y="1406773"/>
                  </a:lnTo>
                  <a:lnTo>
                    <a:pt x="0" y="0"/>
                  </a:lnTo>
                  <a:lnTo>
                    <a:pt x="1381908" y="0"/>
                  </a:lnTo>
                  <a:lnTo>
                    <a:pt x="1256040" y="1406577"/>
                  </a:lnTo>
                  <a:lnTo>
                    <a:pt x="690072" y="1562978"/>
                  </a:lnTo>
                  <a:close/>
                </a:path>
              </a:pathLst>
            </a:custGeom>
            <a:solidFill>
              <a:srgbClr val="E34D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35258" y="3539205"/>
              <a:ext cx="565150" cy="1329055"/>
            </a:xfrm>
            <a:custGeom>
              <a:avLst/>
              <a:gdLst/>
              <a:ahLst/>
              <a:cxnLst/>
              <a:rect l="l" t="t" r="r" b="b"/>
              <a:pathLst>
                <a:path w="565150" h="1329054">
                  <a:moveTo>
                    <a:pt x="0" y="1328426"/>
                  </a:moveTo>
                  <a:lnTo>
                    <a:pt x="0" y="0"/>
                  </a:lnTo>
                  <a:lnTo>
                    <a:pt x="564889" y="0"/>
                  </a:lnTo>
                  <a:lnTo>
                    <a:pt x="457289" y="1201967"/>
                  </a:lnTo>
                  <a:lnTo>
                    <a:pt x="0" y="1328426"/>
                  </a:lnTo>
                  <a:close/>
                </a:path>
              </a:pathLst>
            </a:custGeom>
            <a:solidFill>
              <a:srgbClr val="F16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01428" y="3711724"/>
              <a:ext cx="434340" cy="976630"/>
            </a:xfrm>
            <a:custGeom>
              <a:avLst/>
              <a:gdLst/>
              <a:ahLst/>
              <a:cxnLst/>
              <a:rect l="l" t="t" r="r" b="b"/>
              <a:pathLst>
                <a:path w="434339" h="976629">
                  <a:moveTo>
                    <a:pt x="433829" y="521757"/>
                  </a:moveTo>
                  <a:lnTo>
                    <a:pt x="46674" y="521757"/>
                  </a:lnTo>
                  <a:lnTo>
                    <a:pt x="0" y="0"/>
                  </a:lnTo>
                  <a:lnTo>
                    <a:pt x="433829" y="0"/>
                  </a:lnTo>
                  <a:lnTo>
                    <a:pt x="433829" y="172567"/>
                  </a:lnTo>
                  <a:lnTo>
                    <a:pt x="189096" y="172567"/>
                  </a:lnTo>
                  <a:lnTo>
                    <a:pt x="204915" y="349238"/>
                  </a:lnTo>
                  <a:lnTo>
                    <a:pt x="433829" y="349238"/>
                  </a:lnTo>
                  <a:lnTo>
                    <a:pt x="433829" y="521757"/>
                  </a:lnTo>
                  <a:close/>
                </a:path>
                <a:path w="434339" h="976629">
                  <a:moveTo>
                    <a:pt x="433046" y="976061"/>
                  </a:moveTo>
                  <a:lnTo>
                    <a:pt x="78655" y="878372"/>
                  </a:lnTo>
                  <a:lnTo>
                    <a:pt x="54412" y="607480"/>
                  </a:lnTo>
                  <a:lnTo>
                    <a:pt x="228179" y="607480"/>
                  </a:lnTo>
                  <a:lnTo>
                    <a:pt x="240423" y="745075"/>
                  </a:lnTo>
                  <a:lnTo>
                    <a:pt x="433095" y="796948"/>
                  </a:lnTo>
                  <a:lnTo>
                    <a:pt x="433829" y="796948"/>
                  </a:lnTo>
                  <a:lnTo>
                    <a:pt x="433829" y="975817"/>
                  </a:lnTo>
                  <a:lnTo>
                    <a:pt x="433046" y="976061"/>
                  </a:lnTo>
                  <a:close/>
                </a:path>
                <a:path w="434339" h="976629">
                  <a:moveTo>
                    <a:pt x="433829" y="796948"/>
                  </a:moveTo>
                  <a:lnTo>
                    <a:pt x="433095" y="796948"/>
                  </a:lnTo>
                  <a:lnTo>
                    <a:pt x="433829" y="796753"/>
                  </a:lnTo>
                  <a:lnTo>
                    <a:pt x="433829" y="79694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34573" y="3711724"/>
              <a:ext cx="433705" cy="977265"/>
            </a:xfrm>
            <a:custGeom>
              <a:avLst/>
              <a:gdLst/>
              <a:ahLst/>
              <a:cxnLst/>
              <a:rect l="l" t="t" r="r" b="b"/>
              <a:pathLst>
                <a:path w="433704" h="977264">
                  <a:moveTo>
                    <a:pt x="587" y="976891"/>
                  </a:moveTo>
                  <a:lnTo>
                    <a:pt x="587" y="797387"/>
                  </a:lnTo>
                  <a:lnTo>
                    <a:pt x="193553" y="745466"/>
                  </a:lnTo>
                  <a:lnTo>
                    <a:pt x="213143" y="521757"/>
                  </a:lnTo>
                  <a:lnTo>
                    <a:pt x="98" y="521757"/>
                  </a:lnTo>
                  <a:lnTo>
                    <a:pt x="685" y="349141"/>
                  </a:lnTo>
                  <a:lnTo>
                    <a:pt x="402779" y="349141"/>
                  </a:lnTo>
                  <a:lnTo>
                    <a:pt x="355272" y="878860"/>
                  </a:lnTo>
                  <a:lnTo>
                    <a:pt x="587" y="976891"/>
                  </a:lnTo>
                  <a:close/>
                </a:path>
                <a:path w="433704" h="977264">
                  <a:moveTo>
                    <a:pt x="417863" y="172519"/>
                  </a:moveTo>
                  <a:lnTo>
                    <a:pt x="0" y="172519"/>
                  </a:lnTo>
                  <a:lnTo>
                    <a:pt x="0" y="0"/>
                  </a:lnTo>
                  <a:lnTo>
                    <a:pt x="433438" y="0"/>
                  </a:lnTo>
                  <a:lnTo>
                    <a:pt x="429324" y="46304"/>
                  </a:lnTo>
                  <a:lnTo>
                    <a:pt x="421292" y="133736"/>
                  </a:lnTo>
                  <a:lnTo>
                    <a:pt x="417863" y="1725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10010292" y="3524874"/>
            <a:ext cx="1362075" cy="1362075"/>
            <a:chOff x="10010292" y="3524874"/>
            <a:chExt cx="1362075" cy="1362075"/>
          </a:xfrm>
        </p:grpSpPr>
        <p:sp>
          <p:nvSpPr>
            <p:cNvPr id="37" name="object 37"/>
            <p:cNvSpPr/>
            <p:nvPr/>
          </p:nvSpPr>
          <p:spPr>
            <a:xfrm>
              <a:off x="10010292" y="3524874"/>
              <a:ext cx="1362075" cy="1362075"/>
            </a:xfrm>
            <a:custGeom>
              <a:avLst/>
              <a:gdLst/>
              <a:ahLst/>
              <a:cxnLst/>
              <a:rect l="l" t="t" r="r" b="b"/>
              <a:pathLst>
                <a:path w="1362075" h="1362075">
                  <a:moveTo>
                    <a:pt x="1362075" y="1362075"/>
                  </a:moveTo>
                  <a:lnTo>
                    <a:pt x="0" y="1362075"/>
                  </a:lnTo>
                  <a:lnTo>
                    <a:pt x="0" y="0"/>
                  </a:lnTo>
                  <a:lnTo>
                    <a:pt x="1362075" y="0"/>
                  </a:lnTo>
                  <a:lnTo>
                    <a:pt x="1362075" y="1362075"/>
                  </a:lnTo>
                  <a:close/>
                </a:path>
              </a:pathLst>
            </a:custGeom>
            <a:solidFill>
              <a:srgbClr val="F6DE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368432" y="4142866"/>
              <a:ext cx="897890" cy="637540"/>
            </a:xfrm>
            <a:custGeom>
              <a:avLst/>
              <a:gdLst/>
              <a:ahLst/>
              <a:cxnLst/>
              <a:rect l="l" t="t" r="r" b="b"/>
              <a:pathLst>
                <a:path w="897890" h="637539">
                  <a:moveTo>
                    <a:pt x="383070" y="7340"/>
                  </a:moveTo>
                  <a:lnTo>
                    <a:pt x="255104" y="7340"/>
                  </a:lnTo>
                  <a:lnTo>
                    <a:pt x="255104" y="442569"/>
                  </a:lnTo>
                  <a:lnTo>
                    <a:pt x="250304" y="482117"/>
                  </a:lnTo>
                  <a:lnTo>
                    <a:pt x="236575" y="506780"/>
                  </a:lnTo>
                  <a:lnTo>
                    <a:pt x="214972" y="519442"/>
                  </a:lnTo>
                  <a:lnTo>
                    <a:pt x="186524" y="523024"/>
                  </a:lnTo>
                  <a:lnTo>
                    <a:pt x="157975" y="517740"/>
                  </a:lnTo>
                  <a:lnTo>
                    <a:pt x="136461" y="503478"/>
                  </a:lnTo>
                  <a:lnTo>
                    <a:pt x="119392" y="482523"/>
                  </a:lnTo>
                  <a:lnTo>
                    <a:pt x="104228" y="457200"/>
                  </a:lnTo>
                  <a:lnTo>
                    <a:pt x="0" y="520255"/>
                  </a:lnTo>
                  <a:lnTo>
                    <a:pt x="21717" y="557009"/>
                  </a:lnTo>
                  <a:lnTo>
                    <a:pt x="51117" y="589102"/>
                  </a:lnTo>
                  <a:lnTo>
                    <a:pt x="88861" y="614540"/>
                  </a:lnTo>
                  <a:lnTo>
                    <a:pt x="135610" y="631278"/>
                  </a:lnTo>
                  <a:lnTo>
                    <a:pt x="191998" y="637298"/>
                  </a:lnTo>
                  <a:lnTo>
                    <a:pt x="238290" y="633577"/>
                  </a:lnTo>
                  <a:lnTo>
                    <a:pt x="279463" y="622236"/>
                  </a:lnTo>
                  <a:lnTo>
                    <a:pt x="314807" y="603097"/>
                  </a:lnTo>
                  <a:lnTo>
                    <a:pt x="343573" y="575957"/>
                  </a:lnTo>
                  <a:lnTo>
                    <a:pt x="365023" y="540588"/>
                  </a:lnTo>
                  <a:lnTo>
                    <a:pt x="378434" y="496798"/>
                  </a:lnTo>
                  <a:lnTo>
                    <a:pt x="383070" y="444385"/>
                  </a:lnTo>
                  <a:lnTo>
                    <a:pt x="383070" y="7340"/>
                  </a:lnTo>
                  <a:close/>
                </a:path>
                <a:path w="897890" h="637539">
                  <a:moveTo>
                    <a:pt x="897890" y="459016"/>
                  </a:moveTo>
                  <a:lnTo>
                    <a:pt x="892848" y="410197"/>
                  </a:lnTo>
                  <a:lnTo>
                    <a:pt x="877963" y="369671"/>
                  </a:lnTo>
                  <a:lnTo>
                    <a:pt x="853643" y="335800"/>
                  </a:lnTo>
                  <a:lnTo>
                    <a:pt x="820242" y="306959"/>
                  </a:lnTo>
                  <a:lnTo>
                    <a:pt x="778167" y="281508"/>
                  </a:lnTo>
                  <a:lnTo>
                    <a:pt x="727786" y="257835"/>
                  </a:lnTo>
                  <a:lnTo>
                    <a:pt x="695807" y="244170"/>
                  </a:lnTo>
                  <a:lnTo>
                    <a:pt x="660387" y="227393"/>
                  </a:lnTo>
                  <a:lnTo>
                    <a:pt x="635927" y="210781"/>
                  </a:lnTo>
                  <a:lnTo>
                    <a:pt x="621753" y="191439"/>
                  </a:lnTo>
                  <a:lnTo>
                    <a:pt x="617169" y="166433"/>
                  </a:lnTo>
                  <a:lnTo>
                    <a:pt x="621474" y="144754"/>
                  </a:lnTo>
                  <a:lnTo>
                    <a:pt x="633755" y="127355"/>
                  </a:lnTo>
                  <a:lnTo>
                    <a:pt x="653072" y="115773"/>
                  </a:lnTo>
                  <a:lnTo>
                    <a:pt x="678472" y="111569"/>
                  </a:lnTo>
                  <a:lnTo>
                    <a:pt x="703656" y="114617"/>
                  </a:lnTo>
                  <a:lnTo>
                    <a:pt x="725081" y="124256"/>
                  </a:lnTo>
                  <a:lnTo>
                    <a:pt x="743762" y="141274"/>
                  </a:lnTo>
                  <a:lnTo>
                    <a:pt x="760730" y="166433"/>
                  </a:lnTo>
                  <a:lnTo>
                    <a:pt x="860374" y="102425"/>
                  </a:lnTo>
                  <a:lnTo>
                    <a:pt x="833132" y="63334"/>
                  </a:lnTo>
                  <a:lnTo>
                    <a:pt x="801624" y="34378"/>
                  </a:lnTo>
                  <a:lnTo>
                    <a:pt x="765543" y="14719"/>
                  </a:lnTo>
                  <a:lnTo>
                    <a:pt x="724585" y="3543"/>
                  </a:lnTo>
                  <a:lnTo>
                    <a:pt x="678472" y="0"/>
                  </a:lnTo>
                  <a:lnTo>
                    <a:pt x="624878" y="5867"/>
                  </a:lnTo>
                  <a:lnTo>
                    <a:pt x="579056" y="22529"/>
                  </a:lnTo>
                  <a:lnTo>
                    <a:pt x="541870" y="48577"/>
                  </a:lnTo>
                  <a:lnTo>
                    <a:pt x="514210" y="82638"/>
                  </a:lnTo>
                  <a:lnTo>
                    <a:pt x="496963" y="123291"/>
                  </a:lnTo>
                  <a:lnTo>
                    <a:pt x="491020" y="169138"/>
                  </a:lnTo>
                  <a:lnTo>
                    <a:pt x="495985" y="216916"/>
                  </a:lnTo>
                  <a:lnTo>
                    <a:pt x="510324" y="256768"/>
                  </a:lnTo>
                  <a:lnTo>
                    <a:pt x="533184" y="289966"/>
                  </a:lnTo>
                  <a:lnTo>
                    <a:pt x="563753" y="317754"/>
                  </a:lnTo>
                  <a:lnTo>
                    <a:pt x="601179" y="341363"/>
                  </a:lnTo>
                  <a:lnTo>
                    <a:pt x="644626" y="362064"/>
                  </a:lnTo>
                  <a:lnTo>
                    <a:pt x="676605" y="375793"/>
                  </a:lnTo>
                  <a:lnTo>
                    <a:pt x="715873" y="393700"/>
                  </a:lnTo>
                  <a:lnTo>
                    <a:pt x="745185" y="411441"/>
                  </a:lnTo>
                  <a:lnTo>
                    <a:pt x="763536" y="432612"/>
                  </a:lnTo>
                  <a:lnTo>
                    <a:pt x="769874" y="460819"/>
                  </a:lnTo>
                  <a:lnTo>
                    <a:pt x="763765" y="486117"/>
                  </a:lnTo>
                  <a:lnTo>
                    <a:pt x="746328" y="506095"/>
                  </a:lnTo>
                  <a:lnTo>
                    <a:pt x="718947" y="519214"/>
                  </a:lnTo>
                  <a:lnTo>
                    <a:pt x="682993" y="523925"/>
                  </a:lnTo>
                  <a:lnTo>
                    <a:pt x="640537" y="518071"/>
                  </a:lnTo>
                  <a:lnTo>
                    <a:pt x="606564" y="501853"/>
                  </a:lnTo>
                  <a:lnTo>
                    <a:pt x="579259" y="477240"/>
                  </a:lnTo>
                  <a:lnTo>
                    <a:pt x="556844" y="446189"/>
                  </a:lnTo>
                  <a:lnTo>
                    <a:pt x="452602" y="506526"/>
                  </a:lnTo>
                  <a:lnTo>
                    <a:pt x="474649" y="541921"/>
                  </a:lnTo>
                  <a:lnTo>
                    <a:pt x="503313" y="573341"/>
                  </a:lnTo>
                  <a:lnTo>
                    <a:pt x="538670" y="599694"/>
                  </a:lnTo>
                  <a:lnTo>
                    <a:pt x="580821" y="619861"/>
                  </a:lnTo>
                  <a:lnTo>
                    <a:pt x="629818" y="632764"/>
                  </a:lnTo>
                  <a:lnTo>
                    <a:pt x="685761" y="637298"/>
                  </a:lnTo>
                  <a:lnTo>
                    <a:pt x="735799" y="633476"/>
                  </a:lnTo>
                  <a:lnTo>
                    <a:pt x="780999" y="622109"/>
                  </a:lnTo>
                  <a:lnTo>
                    <a:pt x="820318" y="603402"/>
                  </a:lnTo>
                  <a:lnTo>
                    <a:pt x="852690" y="577545"/>
                  </a:lnTo>
                  <a:lnTo>
                    <a:pt x="877112" y="544728"/>
                  </a:lnTo>
                  <a:lnTo>
                    <a:pt x="892517" y="505155"/>
                  </a:lnTo>
                  <a:lnTo>
                    <a:pt x="897890" y="4590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13007849" y="3524930"/>
            <a:ext cx="1530985" cy="1358900"/>
          </a:xfrm>
          <a:custGeom>
            <a:avLst/>
            <a:gdLst/>
            <a:ahLst/>
            <a:cxnLst/>
            <a:rect l="l" t="t" r="r" b="b"/>
            <a:pathLst>
              <a:path w="1530984" h="1358900">
                <a:moveTo>
                  <a:pt x="1209014" y="419099"/>
                </a:moveTo>
                <a:lnTo>
                  <a:pt x="322142" y="419099"/>
                </a:lnTo>
                <a:lnTo>
                  <a:pt x="319025" y="406399"/>
                </a:lnTo>
                <a:lnTo>
                  <a:pt x="310832" y="368299"/>
                </a:lnTo>
                <a:lnTo>
                  <a:pt x="300921" y="304799"/>
                </a:lnTo>
                <a:lnTo>
                  <a:pt x="296359" y="241299"/>
                </a:lnTo>
                <a:lnTo>
                  <a:pt x="297135" y="190499"/>
                </a:lnTo>
                <a:lnTo>
                  <a:pt x="303236" y="139699"/>
                </a:lnTo>
                <a:lnTo>
                  <a:pt x="314649" y="101599"/>
                </a:lnTo>
                <a:lnTo>
                  <a:pt x="331363" y="63499"/>
                </a:lnTo>
                <a:lnTo>
                  <a:pt x="380644" y="12699"/>
                </a:lnTo>
                <a:lnTo>
                  <a:pt x="414322" y="0"/>
                </a:lnTo>
                <a:lnTo>
                  <a:pt x="494637" y="0"/>
                </a:lnTo>
                <a:lnTo>
                  <a:pt x="539968" y="12699"/>
                </a:lnTo>
                <a:lnTo>
                  <a:pt x="587880" y="38099"/>
                </a:lnTo>
                <a:lnTo>
                  <a:pt x="637718" y="63499"/>
                </a:lnTo>
                <a:lnTo>
                  <a:pt x="413422" y="63499"/>
                </a:lnTo>
                <a:lnTo>
                  <a:pt x="391889" y="88899"/>
                </a:lnTo>
                <a:lnTo>
                  <a:pt x="375708" y="126999"/>
                </a:lnTo>
                <a:lnTo>
                  <a:pt x="365406" y="165099"/>
                </a:lnTo>
                <a:lnTo>
                  <a:pt x="361506" y="215899"/>
                </a:lnTo>
                <a:lnTo>
                  <a:pt x="364533" y="279399"/>
                </a:lnTo>
                <a:lnTo>
                  <a:pt x="375013" y="355599"/>
                </a:lnTo>
                <a:lnTo>
                  <a:pt x="382634" y="393699"/>
                </a:lnTo>
                <a:lnTo>
                  <a:pt x="385534" y="406399"/>
                </a:lnTo>
                <a:lnTo>
                  <a:pt x="1211075" y="406399"/>
                </a:lnTo>
                <a:lnTo>
                  <a:pt x="1209014" y="419099"/>
                </a:lnTo>
                <a:close/>
              </a:path>
              <a:path w="1530984" h="1358900">
                <a:moveTo>
                  <a:pt x="860837" y="165099"/>
                </a:moveTo>
                <a:lnTo>
                  <a:pt x="765916" y="165099"/>
                </a:lnTo>
                <a:lnTo>
                  <a:pt x="784956" y="139699"/>
                </a:lnTo>
                <a:lnTo>
                  <a:pt x="794482" y="139699"/>
                </a:lnTo>
                <a:lnTo>
                  <a:pt x="803996" y="126999"/>
                </a:lnTo>
                <a:lnTo>
                  <a:pt x="853292" y="88899"/>
                </a:lnTo>
                <a:lnTo>
                  <a:pt x="901886" y="50799"/>
                </a:lnTo>
                <a:lnTo>
                  <a:pt x="949199" y="25399"/>
                </a:lnTo>
                <a:lnTo>
                  <a:pt x="994653" y="12699"/>
                </a:lnTo>
                <a:lnTo>
                  <a:pt x="1037669" y="0"/>
                </a:lnTo>
                <a:lnTo>
                  <a:pt x="1114073" y="0"/>
                </a:lnTo>
                <a:lnTo>
                  <a:pt x="1146303" y="12699"/>
                </a:lnTo>
                <a:lnTo>
                  <a:pt x="1174763" y="38099"/>
                </a:lnTo>
                <a:lnTo>
                  <a:pt x="1197666" y="63499"/>
                </a:lnTo>
                <a:lnTo>
                  <a:pt x="1048215" y="63499"/>
                </a:lnTo>
                <a:lnTo>
                  <a:pt x="1004613" y="76199"/>
                </a:lnTo>
                <a:lnTo>
                  <a:pt x="955601" y="101599"/>
                </a:lnTo>
                <a:lnTo>
                  <a:pt x="902573" y="126999"/>
                </a:lnTo>
                <a:lnTo>
                  <a:pt x="860837" y="165099"/>
                </a:lnTo>
                <a:close/>
              </a:path>
              <a:path w="1530984" h="1358900">
                <a:moveTo>
                  <a:pt x="838162" y="190499"/>
                </a:moveTo>
                <a:lnTo>
                  <a:pt x="697131" y="190499"/>
                </a:lnTo>
                <a:lnTo>
                  <a:pt x="646539" y="152399"/>
                </a:lnTo>
                <a:lnTo>
                  <a:pt x="597670" y="114299"/>
                </a:lnTo>
                <a:lnTo>
                  <a:pt x="551503" y="88899"/>
                </a:lnTo>
                <a:lnTo>
                  <a:pt x="509016" y="76199"/>
                </a:lnTo>
                <a:lnTo>
                  <a:pt x="471188" y="63499"/>
                </a:lnTo>
                <a:lnTo>
                  <a:pt x="637718" y="63499"/>
                </a:lnTo>
                <a:lnTo>
                  <a:pt x="740569" y="139699"/>
                </a:lnTo>
                <a:lnTo>
                  <a:pt x="746891" y="139699"/>
                </a:lnTo>
                <a:lnTo>
                  <a:pt x="753220" y="152399"/>
                </a:lnTo>
                <a:lnTo>
                  <a:pt x="759559" y="152399"/>
                </a:lnTo>
                <a:lnTo>
                  <a:pt x="765916" y="165099"/>
                </a:lnTo>
                <a:lnTo>
                  <a:pt x="860837" y="165099"/>
                </a:lnTo>
                <a:lnTo>
                  <a:pt x="846925" y="177799"/>
                </a:lnTo>
                <a:lnTo>
                  <a:pt x="838162" y="190499"/>
                </a:lnTo>
                <a:close/>
              </a:path>
              <a:path w="1530984" h="1358900">
                <a:moveTo>
                  <a:pt x="1213041" y="406399"/>
                </a:moveTo>
                <a:lnTo>
                  <a:pt x="1145711" y="406399"/>
                </a:lnTo>
                <a:lnTo>
                  <a:pt x="1147559" y="393699"/>
                </a:lnTo>
                <a:lnTo>
                  <a:pt x="1149328" y="393699"/>
                </a:lnTo>
                <a:lnTo>
                  <a:pt x="1151008" y="380999"/>
                </a:lnTo>
                <a:lnTo>
                  <a:pt x="1152586" y="368299"/>
                </a:lnTo>
                <a:lnTo>
                  <a:pt x="1163265" y="304799"/>
                </a:lnTo>
                <a:lnTo>
                  <a:pt x="1167923" y="253999"/>
                </a:lnTo>
                <a:lnTo>
                  <a:pt x="1166923" y="190499"/>
                </a:lnTo>
                <a:lnTo>
                  <a:pt x="1160629" y="152399"/>
                </a:lnTo>
                <a:lnTo>
                  <a:pt x="1149404" y="114299"/>
                </a:lnTo>
                <a:lnTo>
                  <a:pt x="1113609" y="63499"/>
                </a:lnTo>
                <a:lnTo>
                  <a:pt x="1197666" y="63499"/>
                </a:lnTo>
                <a:lnTo>
                  <a:pt x="1214982" y="101599"/>
                </a:lnTo>
                <a:lnTo>
                  <a:pt x="1226679" y="152399"/>
                </a:lnTo>
                <a:lnTo>
                  <a:pt x="1232727" y="203199"/>
                </a:lnTo>
                <a:lnTo>
                  <a:pt x="1233002" y="241299"/>
                </a:lnTo>
                <a:lnTo>
                  <a:pt x="1233094" y="253999"/>
                </a:lnTo>
                <a:lnTo>
                  <a:pt x="1227751" y="317499"/>
                </a:lnTo>
                <a:lnTo>
                  <a:pt x="1216666" y="380999"/>
                </a:lnTo>
                <a:lnTo>
                  <a:pt x="1214907" y="393699"/>
                </a:lnTo>
                <a:lnTo>
                  <a:pt x="1213041" y="406399"/>
                </a:lnTo>
                <a:close/>
              </a:path>
              <a:path w="1530984" h="1358900">
                <a:moveTo>
                  <a:pt x="820545" y="203199"/>
                </a:moveTo>
                <a:lnTo>
                  <a:pt x="708617" y="203199"/>
                </a:lnTo>
                <a:lnTo>
                  <a:pt x="702871" y="190499"/>
                </a:lnTo>
                <a:lnTo>
                  <a:pt x="829365" y="190499"/>
                </a:lnTo>
                <a:lnTo>
                  <a:pt x="820545" y="203199"/>
                </a:lnTo>
                <a:close/>
              </a:path>
              <a:path w="1530984" h="1358900">
                <a:moveTo>
                  <a:pt x="994617" y="380999"/>
                </a:moveTo>
                <a:lnTo>
                  <a:pt x="536386" y="380999"/>
                </a:lnTo>
                <a:lnTo>
                  <a:pt x="589753" y="368299"/>
                </a:lnTo>
                <a:lnTo>
                  <a:pt x="621582" y="330199"/>
                </a:lnTo>
                <a:lnTo>
                  <a:pt x="654013" y="279399"/>
                </a:lnTo>
                <a:lnTo>
                  <a:pt x="686912" y="241299"/>
                </a:lnTo>
                <a:lnTo>
                  <a:pt x="720147" y="203199"/>
                </a:lnTo>
                <a:lnTo>
                  <a:pt x="811714" y="203199"/>
                </a:lnTo>
                <a:lnTo>
                  <a:pt x="855338" y="253999"/>
                </a:lnTo>
                <a:lnTo>
                  <a:pt x="765922" y="253999"/>
                </a:lnTo>
                <a:lnTo>
                  <a:pt x="720182" y="304799"/>
                </a:lnTo>
                <a:lnTo>
                  <a:pt x="697533" y="330199"/>
                </a:lnTo>
                <a:lnTo>
                  <a:pt x="675114" y="368299"/>
                </a:lnTo>
                <a:lnTo>
                  <a:pt x="941140" y="368299"/>
                </a:lnTo>
                <a:lnTo>
                  <a:pt x="994617" y="380999"/>
                </a:lnTo>
                <a:close/>
              </a:path>
              <a:path w="1530984" h="1358900">
                <a:moveTo>
                  <a:pt x="941140" y="368299"/>
                </a:moveTo>
                <a:lnTo>
                  <a:pt x="856012" y="368299"/>
                </a:lnTo>
                <a:lnTo>
                  <a:pt x="833646" y="330199"/>
                </a:lnTo>
                <a:lnTo>
                  <a:pt x="765922" y="253999"/>
                </a:lnTo>
                <a:lnTo>
                  <a:pt x="855338" y="253999"/>
                </a:lnTo>
                <a:lnTo>
                  <a:pt x="877055" y="279399"/>
                </a:lnTo>
                <a:lnTo>
                  <a:pt x="909316" y="330199"/>
                </a:lnTo>
                <a:lnTo>
                  <a:pt x="941140" y="368299"/>
                </a:lnTo>
                <a:close/>
              </a:path>
              <a:path w="1530984" h="1358900">
                <a:moveTo>
                  <a:pt x="1145711" y="406399"/>
                </a:moveTo>
                <a:lnTo>
                  <a:pt x="385534" y="406399"/>
                </a:lnTo>
                <a:lnTo>
                  <a:pt x="484406" y="380999"/>
                </a:lnTo>
                <a:lnTo>
                  <a:pt x="1046677" y="380999"/>
                </a:lnTo>
                <a:lnTo>
                  <a:pt x="1145711" y="406399"/>
                </a:lnTo>
                <a:close/>
              </a:path>
              <a:path w="1530984" h="1358900">
                <a:moveTo>
                  <a:pt x="1234069" y="431799"/>
                </a:moveTo>
                <a:lnTo>
                  <a:pt x="293263" y="431799"/>
                </a:lnTo>
                <a:lnTo>
                  <a:pt x="307569" y="419099"/>
                </a:lnTo>
                <a:lnTo>
                  <a:pt x="1221645" y="419099"/>
                </a:lnTo>
                <a:lnTo>
                  <a:pt x="1234069" y="431799"/>
                </a:lnTo>
                <a:close/>
              </a:path>
              <a:path w="1530984" h="1358900">
                <a:moveTo>
                  <a:pt x="729723" y="927099"/>
                </a:moveTo>
                <a:lnTo>
                  <a:pt x="279847" y="927099"/>
                </a:lnTo>
                <a:lnTo>
                  <a:pt x="219369" y="901699"/>
                </a:lnTo>
                <a:lnTo>
                  <a:pt x="164924" y="876299"/>
                </a:lnTo>
                <a:lnTo>
                  <a:pt x="117138" y="838199"/>
                </a:lnTo>
                <a:lnTo>
                  <a:pt x="76637" y="812799"/>
                </a:lnTo>
                <a:lnTo>
                  <a:pt x="44047" y="774699"/>
                </a:lnTo>
                <a:lnTo>
                  <a:pt x="19993" y="749299"/>
                </a:lnTo>
                <a:lnTo>
                  <a:pt x="5102" y="711199"/>
                </a:lnTo>
                <a:lnTo>
                  <a:pt x="0" y="673099"/>
                </a:lnTo>
                <a:lnTo>
                  <a:pt x="4762" y="634999"/>
                </a:lnTo>
                <a:lnTo>
                  <a:pt x="18699" y="609599"/>
                </a:lnTo>
                <a:lnTo>
                  <a:pt x="41284" y="571499"/>
                </a:lnTo>
                <a:lnTo>
                  <a:pt x="71991" y="546099"/>
                </a:lnTo>
                <a:lnTo>
                  <a:pt x="110293" y="507999"/>
                </a:lnTo>
                <a:lnTo>
                  <a:pt x="155663" y="482599"/>
                </a:lnTo>
                <a:lnTo>
                  <a:pt x="207577" y="457199"/>
                </a:lnTo>
                <a:lnTo>
                  <a:pt x="265506" y="431799"/>
                </a:lnTo>
                <a:lnTo>
                  <a:pt x="625854" y="431799"/>
                </a:lnTo>
                <a:lnTo>
                  <a:pt x="616296" y="444499"/>
                </a:lnTo>
                <a:lnTo>
                  <a:pt x="505914" y="444499"/>
                </a:lnTo>
                <a:lnTo>
                  <a:pt x="470728" y="457199"/>
                </a:lnTo>
                <a:lnTo>
                  <a:pt x="436453" y="457199"/>
                </a:lnTo>
                <a:lnTo>
                  <a:pt x="403176" y="469899"/>
                </a:lnTo>
                <a:lnTo>
                  <a:pt x="408442" y="482599"/>
                </a:lnTo>
                <a:lnTo>
                  <a:pt x="326153" y="482599"/>
                </a:lnTo>
                <a:lnTo>
                  <a:pt x="312842" y="495299"/>
                </a:lnTo>
                <a:lnTo>
                  <a:pt x="287045" y="495299"/>
                </a:lnTo>
                <a:lnTo>
                  <a:pt x="222513" y="520699"/>
                </a:lnTo>
                <a:lnTo>
                  <a:pt x="167996" y="558799"/>
                </a:lnTo>
                <a:lnTo>
                  <a:pt x="124260" y="584199"/>
                </a:lnTo>
                <a:lnTo>
                  <a:pt x="92071" y="609599"/>
                </a:lnTo>
                <a:lnTo>
                  <a:pt x="72195" y="647699"/>
                </a:lnTo>
                <a:lnTo>
                  <a:pt x="65400" y="673099"/>
                </a:lnTo>
                <a:lnTo>
                  <a:pt x="68987" y="698499"/>
                </a:lnTo>
                <a:lnTo>
                  <a:pt x="79725" y="711199"/>
                </a:lnTo>
                <a:lnTo>
                  <a:pt x="97581" y="736599"/>
                </a:lnTo>
                <a:lnTo>
                  <a:pt x="157737" y="787399"/>
                </a:lnTo>
                <a:lnTo>
                  <a:pt x="199624" y="812799"/>
                </a:lnTo>
                <a:lnTo>
                  <a:pt x="247584" y="838199"/>
                </a:lnTo>
                <a:lnTo>
                  <a:pt x="301016" y="863599"/>
                </a:lnTo>
                <a:lnTo>
                  <a:pt x="329097" y="863599"/>
                </a:lnTo>
                <a:lnTo>
                  <a:pt x="338785" y="876299"/>
                </a:lnTo>
                <a:lnTo>
                  <a:pt x="405846" y="876299"/>
                </a:lnTo>
                <a:lnTo>
                  <a:pt x="402273" y="888999"/>
                </a:lnTo>
                <a:lnTo>
                  <a:pt x="435677" y="888999"/>
                </a:lnTo>
                <a:lnTo>
                  <a:pt x="470366" y="901699"/>
                </a:lnTo>
                <a:lnTo>
                  <a:pt x="506268" y="901699"/>
                </a:lnTo>
                <a:lnTo>
                  <a:pt x="543315" y="914399"/>
                </a:lnTo>
                <a:lnTo>
                  <a:pt x="694775" y="914399"/>
                </a:lnTo>
                <a:lnTo>
                  <a:pt x="729723" y="927099"/>
                </a:lnTo>
                <a:close/>
              </a:path>
              <a:path w="1530984" h="1358900">
                <a:moveTo>
                  <a:pt x="988427" y="914399"/>
                </a:moveTo>
                <a:lnTo>
                  <a:pt x="905331" y="914399"/>
                </a:lnTo>
                <a:lnTo>
                  <a:pt x="923956" y="888999"/>
                </a:lnTo>
                <a:lnTo>
                  <a:pt x="942418" y="863599"/>
                </a:lnTo>
                <a:lnTo>
                  <a:pt x="960690" y="825499"/>
                </a:lnTo>
                <a:lnTo>
                  <a:pt x="978743" y="800099"/>
                </a:lnTo>
                <a:lnTo>
                  <a:pt x="996315" y="761999"/>
                </a:lnTo>
                <a:lnTo>
                  <a:pt x="1013147" y="736599"/>
                </a:lnTo>
                <a:lnTo>
                  <a:pt x="1029217" y="698499"/>
                </a:lnTo>
                <a:lnTo>
                  <a:pt x="1044502" y="673099"/>
                </a:lnTo>
                <a:lnTo>
                  <a:pt x="1029172" y="647699"/>
                </a:lnTo>
                <a:lnTo>
                  <a:pt x="1013057" y="609599"/>
                </a:lnTo>
                <a:lnTo>
                  <a:pt x="996180" y="584199"/>
                </a:lnTo>
                <a:lnTo>
                  <a:pt x="978563" y="546099"/>
                </a:lnTo>
                <a:lnTo>
                  <a:pt x="960589" y="520699"/>
                </a:lnTo>
                <a:lnTo>
                  <a:pt x="942284" y="495299"/>
                </a:lnTo>
                <a:lnTo>
                  <a:pt x="923676" y="457199"/>
                </a:lnTo>
                <a:lnTo>
                  <a:pt x="904793" y="431799"/>
                </a:lnTo>
                <a:lnTo>
                  <a:pt x="1258273" y="431799"/>
                </a:lnTo>
                <a:lnTo>
                  <a:pt x="1287849" y="444499"/>
                </a:lnTo>
                <a:lnTo>
                  <a:pt x="988606" y="444499"/>
                </a:lnTo>
                <a:lnTo>
                  <a:pt x="1000430" y="457199"/>
                </a:lnTo>
                <a:lnTo>
                  <a:pt x="1012130" y="482599"/>
                </a:lnTo>
                <a:lnTo>
                  <a:pt x="1023696" y="495299"/>
                </a:lnTo>
                <a:lnTo>
                  <a:pt x="1035116" y="520699"/>
                </a:lnTo>
                <a:lnTo>
                  <a:pt x="1046582" y="533399"/>
                </a:lnTo>
                <a:lnTo>
                  <a:pt x="1057751" y="558799"/>
                </a:lnTo>
                <a:lnTo>
                  <a:pt x="1068617" y="584199"/>
                </a:lnTo>
                <a:lnTo>
                  <a:pt x="1079175" y="596899"/>
                </a:lnTo>
                <a:lnTo>
                  <a:pt x="1148768" y="596899"/>
                </a:lnTo>
                <a:lnTo>
                  <a:pt x="1138888" y="622299"/>
                </a:lnTo>
                <a:lnTo>
                  <a:pt x="1117010" y="673099"/>
                </a:lnTo>
                <a:lnTo>
                  <a:pt x="1139920" y="723899"/>
                </a:lnTo>
                <a:lnTo>
                  <a:pt x="1150225" y="749299"/>
                </a:lnTo>
                <a:lnTo>
                  <a:pt x="1079773" y="749299"/>
                </a:lnTo>
                <a:lnTo>
                  <a:pt x="1069134" y="774699"/>
                </a:lnTo>
                <a:lnTo>
                  <a:pt x="1058199" y="787399"/>
                </a:lnTo>
                <a:lnTo>
                  <a:pt x="1046961" y="812799"/>
                </a:lnTo>
                <a:lnTo>
                  <a:pt x="1035415" y="825499"/>
                </a:lnTo>
                <a:lnTo>
                  <a:pt x="1023803" y="850899"/>
                </a:lnTo>
                <a:lnTo>
                  <a:pt x="1012100" y="863599"/>
                </a:lnTo>
                <a:lnTo>
                  <a:pt x="1000309" y="888999"/>
                </a:lnTo>
                <a:lnTo>
                  <a:pt x="988427" y="914399"/>
                </a:lnTo>
                <a:close/>
              </a:path>
              <a:path w="1530984" h="1358900">
                <a:moveTo>
                  <a:pt x="525990" y="596899"/>
                </a:moveTo>
                <a:lnTo>
                  <a:pt x="451802" y="596899"/>
                </a:lnTo>
                <a:lnTo>
                  <a:pt x="462191" y="584199"/>
                </a:lnTo>
                <a:lnTo>
                  <a:pt x="472856" y="558799"/>
                </a:lnTo>
                <a:lnTo>
                  <a:pt x="483796" y="533399"/>
                </a:lnTo>
                <a:lnTo>
                  <a:pt x="495005" y="520699"/>
                </a:lnTo>
                <a:lnTo>
                  <a:pt x="506474" y="495299"/>
                </a:lnTo>
                <a:lnTo>
                  <a:pt x="518123" y="482599"/>
                </a:lnTo>
                <a:lnTo>
                  <a:pt x="529942" y="457199"/>
                </a:lnTo>
                <a:lnTo>
                  <a:pt x="541922" y="444499"/>
                </a:lnTo>
                <a:lnTo>
                  <a:pt x="616296" y="444499"/>
                </a:lnTo>
                <a:lnTo>
                  <a:pt x="606737" y="457199"/>
                </a:lnTo>
                <a:lnTo>
                  <a:pt x="587970" y="495299"/>
                </a:lnTo>
                <a:lnTo>
                  <a:pt x="569592" y="520699"/>
                </a:lnTo>
                <a:lnTo>
                  <a:pt x="551648" y="546099"/>
                </a:lnTo>
                <a:lnTo>
                  <a:pt x="534311" y="584199"/>
                </a:lnTo>
                <a:lnTo>
                  <a:pt x="525990" y="596899"/>
                </a:lnTo>
                <a:close/>
              </a:path>
              <a:path w="1530984" h="1358900">
                <a:moveTo>
                  <a:pt x="1148768" y="596899"/>
                </a:moveTo>
                <a:lnTo>
                  <a:pt x="1079175" y="596899"/>
                </a:lnTo>
                <a:lnTo>
                  <a:pt x="1093147" y="558799"/>
                </a:lnTo>
                <a:lnTo>
                  <a:pt x="1105987" y="533399"/>
                </a:lnTo>
                <a:lnTo>
                  <a:pt x="1117661" y="495299"/>
                </a:lnTo>
                <a:lnTo>
                  <a:pt x="1128136" y="469899"/>
                </a:lnTo>
                <a:lnTo>
                  <a:pt x="1094666" y="457199"/>
                </a:lnTo>
                <a:lnTo>
                  <a:pt x="1060209" y="457199"/>
                </a:lnTo>
                <a:lnTo>
                  <a:pt x="1024834" y="444499"/>
                </a:lnTo>
                <a:lnTo>
                  <a:pt x="1287849" y="444499"/>
                </a:lnTo>
                <a:lnTo>
                  <a:pt x="1317424" y="457199"/>
                </a:lnTo>
                <a:lnTo>
                  <a:pt x="1370526" y="482599"/>
                </a:lnTo>
                <a:lnTo>
                  <a:pt x="1191498" y="482599"/>
                </a:lnTo>
                <a:lnTo>
                  <a:pt x="1176211" y="533399"/>
                </a:lnTo>
                <a:lnTo>
                  <a:pt x="1158648" y="571499"/>
                </a:lnTo>
                <a:lnTo>
                  <a:pt x="1148768" y="596899"/>
                </a:lnTo>
                <a:close/>
              </a:path>
              <a:path w="1530984" h="1358900">
                <a:moveTo>
                  <a:pt x="405846" y="876299"/>
                </a:moveTo>
                <a:lnTo>
                  <a:pt x="338785" y="876299"/>
                </a:lnTo>
                <a:lnTo>
                  <a:pt x="354427" y="825499"/>
                </a:lnTo>
                <a:lnTo>
                  <a:pt x="372285" y="774699"/>
                </a:lnTo>
                <a:lnTo>
                  <a:pt x="392276" y="723899"/>
                </a:lnTo>
                <a:lnTo>
                  <a:pt x="414313" y="673099"/>
                </a:lnTo>
                <a:lnTo>
                  <a:pt x="392563" y="622299"/>
                </a:lnTo>
                <a:lnTo>
                  <a:pt x="372833" y="571499"/>
                </a:lnTo>
                <a:lnTo>
                  <a:pt x="355196" y="533399"/>
                </a:lnTo>
                <a:lnTo>
                  <a:pt x="339724" y="482599"/>
                </a:lnTo>
                <a:lnTo>
                  <a:pt x="408442" y="482599"/>
                </a:lnTo>
                <a:lnTo>
                  <a:pt x="413708" y="495299"/>
                </a:lnTo>
                <a:lnTo>
                  <a:pt x="425339" y="533399"/>
                </a:lnTo>
                <a:lnTo>
                  <a:pt x="438044" y="558799"/>
                </a:lnTo>
                <a:lnTo>
                  <a:pt x="451802" y="596899"/>
                </a:lnTo>
                <a:lnTo>
                  <a:pt x="525990" y="596899"/>
                </a:lnTo>
                <a:lnTo>
                  <a:pt x="517669" y="609599"/>
                </a:lnTo>
                <a:lnTo>
                  <a:pt x="501741" y="647699"/>
                </a:lnTo>
                <a:lnTo>
                  <a:pt x="486546" y="673099"/>
                </a:lnTo>
                <a:lnTo>
                  <a:pt x="501756" y="711199"/>
                </a:lnTo>
                <a:lnTo>
                  <a:pt x="517718" y="736599"/>
                </a:lnTo>
                <a:lnTo>
                  <a:pt x="526069" y="749299"/>
                </a:lnTo>
                <a:lnTo>
                  <a:pt x="451879" y="749299"/>
                </a:lnTo>
                <a:lnTo>
                  <a:pt x="437825" y="787399"/>
                </a:lnTo>
                <a:lnTo>
                  <a:pt x="424852" y="825499"/>
                </a:lnTo>
                <a:lnTo>
                  <a:pt x="412991" y="850899"/>
                </a:lnTo>
                <a:lnTo>
                  <a:pt x="405846" y="876299"/>
                </a:lnTo>
                <a:close/>
              </a:path>
              <a:path w="1530984" h="1358900">
                <a:moveTo>
                  <a:pt x="1376573" y="863599"/>
                </a:moveTo>
                <a:lnTo>
                  <a:pt x="1220253" y="863599"/>
                </a:lnTo>
                <a:lnTo>
                  <a:pt x="1281508" y="838199"/>
                </a:lnTo>
                <a:lnTo>
                  <a:pt x="1335020" y="812799"/>
                </a:lnTo>
                <a:lnTo>
                  <a:pt x="1380178" y="787399"/>
                </a:lnTo>
                <a:lnTo>
                  <a:pt x="1416367" y="749299"/>
                </a:lnTo>
                <a:lnTo>
                  <a:pt x="1442975" y="723899"/>
                </a:lnTo>
                <a:lnTo>
                  <a:pt x="1459389" y="698499"/>
                </a:lnTo>
                <a:lnTo>
                  <a:pt x="1464997" y="673099"/>
                </a:lnTo>
                <a:lnTo>
                  <a:pt x="1457942" y="647699"/>
                </a:lnTo>
                <a:lnTo>
                  <a:pt x="1437356" y="609599"/>
                </a:lnTo>
                <a:lnTo>
                  <a:pt x="1404102" y="584199"/>
                </a:lnTo>
                <a:lnTo>
                  <a:pt x="1359047" y="546099"/>
                </a:lnTo>
                <a:lnTo>
                  <a:pt x="1303055" y="520699"/>
                </a:lnTo>
                <a:lnTo>
                  <a:pt x="1236991" y="495299"/>
                </a:lnTo>
                <a:lnTo>
                  <a:pt x="1214626" y="495299"/>
                </a:lnTo>
                <a:lnTo>
                  <a:pt x="1203154" y="482599"/>
                </a:lnTo>
                <a:lnTo>
                  <a:pt x="1370526" y="482599"/>
                </a:lnTo>
                <a:lnTo>
                  <a:pt x="1417014" y="507999"/>
                </a:lnTo>
                <a:lnTo>
                  <a:pt x="1456321" y="546099"/>
                </a:lnTo>
                <a:lnTo>
                  <a:pt x="1487879" y="571499"/>
                </a:lnTo>
                <a:lnTo>
                  <a:pt x="1511122" y="609599"/>
                </a:lnTo>
                <a:lnTo>
                  <a:pt x="1525484" y="634999"/>
                </a:lnTo>
                <a:lnTo>
                  <a:pt x="1530397" y="673099"/>
                </a:lnTo>
                <a:lnTo>
                  <a:pt x="1525151" y="711199"/>
                </a:lnTo>
                <a:lnTo>
                  <a:pt x="1509824" y="749299"/>
                </a:lnTo>
                <a:lnTo>
                  <a:pt x="1485035" y="774699"/>
                </a:lnTo>
                <a:lnTo>
                  <a:pt x="1451404" y="812799"/>
                </a:lnTo>
                <a:lnTo>
                  <a:pt x="1409548" y="838199"/>
                </a:lnTo>
                <a:lnTo>
                  <a:pt x="1376573" y="863599"/>
                </a:lnTo>
                <a:close/>
              </a:path>
              <a:path w="1530984" h="1358900">
                <a:moveTo>
                  <a:pt x="765204" y="812799"/>
                </a:moveTo>
                <a:lnTo>
                  <a:pt x="722021" y="800099"/>
                </a:lnTo>
                <a:lnTo>
                  <a:pt x="684508" y="787399"/>
                </a:lnTo>
                <a:lnTo>
                  <a:pt x="654921" y="749299"/>
                </a:lnTo>
                <a:lnTo>
                  <a:pt x="635515" y="711199"/>
                </a:lnTo>
                <a:lnTo>
                  <a:pt x="628545" y="673099"/>
                </a:lnTo>
                <a:lnTo>
                  <a:pt x="635515" y="634999"/>
                </a:lnTo>
                <a:lnTo>
                  <a:pt x="654921" y="596899"/>
                </a:lnTo>
                <a:lnTo>
                  <a:pt x="684508" y="558799"/>
                </a:lnTo>
                <a:lnTo>
                  <a:pt x="722021" y="546099"/>
                </a:lnTo>
                <a:lnTo>
                  <a:pt x="765204" y="533399"/>
                </a:lnTo>
                <a:lnTo>
                  <a:pt x="808387" y="546099"/>
                </a:lnTo>
                <a:lnTo>
                  <a:pt x="845900" y="558799"/>
                </a:lnTo>
                <a:lnTo>
                  <a:pt x="875488" y="596899"/>
                </a:lnTo>
                <a:lnTo>
                  <a:pt x="894894" y="634999"/>
                </a:lnTo>
                <a:lnTo>
                  <a:pt x="901864" y="673099"/>
                </a:lnTo>
                <a:lnTo>
                  <a:pt x="894894" y="711199"/>
                </a:lnTo>
                <a:lnTo>
                  <a:pt x="875488" y="749299"/>
                </a:lnTo>
                <a:lnTo>
                  <a:pt x="845900" y="787399"/>
                </a:lnTo>
                <a:lnTo>
                  <a:pt x="808387" y="800099"/>
                </a:lnTo>
                <a:lnTo>
                  <a:pt x="765204" y="812799"/>
                </a:lnTo>
                <a:close/>
              </a:path>
              <a:path w="1530984" h="1358900">
                <a:moveTo>
                  <a:pt x="626632" y="914399"/>
                </a:moveTo>
                <a:lnTo>
                  <a:pt x="543315" y="914399"/>
                </a:lnTo>
                <a:lnTo>
                  <a:pt x="531034" y="888999"/>
                </a:lnTo>
                <a:lnTo>
                  <a:pt x="518924" y="876299"/>
                </a:lnTo>
                <a:lnTo>
                  <a:pt x="506998" y="850899"/>
                </a:lnTo>
                <a:lnTo>
                  <a:pt x="495262" y="825499"/>
                </a:lnTo>
                <a:lnTo>
                  <a:pt x="483989" y="812799"/>
                </a:lnTo>
                <a:lnTo>
                  <a:pt x="472999" y="787399"/>
                </a:lnTo>
                <a:lnTo>
                  <a:pt x="462295" y="774699"/>
                </a:lnTo>
                <a:lnTo>
                  <a:pt x="451879" y="749299"/>
                </a:lnTo>
                <a:lnTo>
                  <a:pt x="526069" y="749299"/>
                </a:lnTo>
                <a:lnTo>
                  <a:pt x="534420" y="761999"/>
                </a:lnTo>
                <a:lnTo>
                  <a:pt x="551839" y="800099"/>
                </a:lnTo>
                <a:lnTo>
                  <a:pt x="569905" y="825499"/>
                </a:lnTo>
                <a:lnTo>
                  <a:pt x="588419" y="863599"/>
                </a:lnTo>
                <a:lnTo>
                  <a:pt x="607342" y="888999"/>
                </a:lnTo>
                <a:lnTo>
                  <a:pt x="626632" y="914399"/>
                </a:lnTo>
                <a:close/>
              </a:path>
              <a:path w="1530984" h="1358900">
                <a:moveTo>
                  <a:pt x="1240817" y="927099"/>
                </a:moveTo>
                <a:lnTo>
                  <a:pt x="765204" y="927099"/>
                </a:lnTo>
                <a:lnTo>
                  <a:pt x="800895" y="914399"/>
                </a:lnTo>
                <a:lnTo>
                  <a:pt x="988427" y="914399"/>
                </a:lnTo>
                <a:lnTo>
                  <a:pt x="1025781" y="901699"/>
                </a:lnTo>
                <a:lnTo>
                  <a:pt x="1062092" y="901699"/>
                </a:lnTo>
                <a:lnTo>
                  <a:pt x="1097261" y="888999"/>
                </a:lnTo>
                <a:lnTo>
                  <a:pt x="1131185" y="888999"/>
                </a:lnTo>
                <a:lnTo>
                  <a:pt x="1120251" y="850899"/>
                </a:lnTo>
                <a:lnTo>
                  <a:pt x="1108012" y="812799"/>
                </a:lnTo>
                <a:lnTo>
                  <a:pt x="1094506" y="787399"/>
                </a:lnTo>
                <a:lnTo>
                  <a:pt x="1079773" y="749299"/>
                </a:lnTo>
                <a:lnTo>
                  <a:pt x="1150225" y="749299"/>
                </a:lnTo>
                <a:lnTo>
                  <a:pt x="1160531" y="774699"/>
                </a:lnTo>
                <a:lnTo>
                  <a:pt x="1178766" y="825499"/>
                </a:lnTo>
                <a:lnTo>
                  <a:pt x="1194547" y="863599"/>
                </a:lnTo>
                <a:lnTo>
                  <a:pt x="1376573" y="863599"/>
                </a:lnTo>
                <a:lnTo>
                  <a:pt x="1360085" y="876299"/>
                </a:lnTo>
                <a:lnTo>
                  <a:pt x="1303636" y="901699"/>
                </a:lnTo>
                <a:lnTo>
                  <a:pt x="1240817" y="927099"/>
                </a:lnTo>
                <a:close/>
              </a:path>
              <a:path w="1530984" h="1358900">
                <a:moveTo>
                  <a:pt x="452891" y="1358899"/>
                </a:moveTo>
                <a:lnTo>
                  <a:pt x="415052" y="1346199"/>
                </a:lnTo>
                <a:lnTo>
                  <a:pt x="354475" y="1320799"/>
                </a:lnTo>
                <a:lnTo>
                  <a:pt x="332348" y="1282699"/>
                </a:lnTo>
                <a:lnTo>
                  <a:pt x="315394" y="1244599"/>
                </a:lnTo>
                <a:lnTo>
                  <a:pt x="303641" y="1206499"/>
                </a:lnTo>
                <a:lnTo>
                  <a:pt x="297116" y="1155699"/>
                </a:lnTo>
                <a:lnTo>
                  <a:pt x="295850" y="1104899"/>
                </a:lnTo>
                <a:lnTo>
                  <a:pt x="299870" y="1054099"/>
                </a:lnTo>
                <a:lnTo>
                  <a:pt x="309206" y="990599"/>
                </a:lnTo>
                <a:lnTo>
                  <a:pt x="317870" y="952499"/>
                </a:lnTo>
                <a:lnTo>
                  <a:pt x="321222" y="939799"/>
                </a:lnTo>
                <a:lnTo>
                  <a:pt x="310622" y="927099"/>
                </a:lnTo>
                <a:lnTo>
                  <a:pt x="1212361" y="927099"/>
                </a:lnTo>
                <a:lnTo>
                  <a:pt x="1214858" y="939799"/>
                </a:lnTo>
                <a:lnTo>
                  <a:pt x="1217226" y="952499"/>
                </a:lnTo>
                <a:lnTo>
                  <a:pt x="384637" y="952499"/>
                </a:lnTo>
                <a:lnTo>
                  <a:pt x="381517" y="965199"/>
                </a:lnTo>
                <a:lnTo>
                  <a:pt x="373464" y="1003299"/>
                </a:lnTo>
                <a:lnTo>
                  <a:pt x="363642" y="1066799"/>
                </a:lnTo>
                <a:lnTo>
                  <a:pt x="361192" y="1130299"/>
                </a:lnTo>
                <a:lnTo>
                  <a:pt x="365581" y="1181099"/>
                </a:lnTo>
                <a:lnTo>
                  <a:pt x="376273" y="1231899"/>
                </a:lnTo>
                <a:lnTo>
                  <a:pt x="392735" y="1257299"/>
                </a:lnTo>
                <a:lnTo>
                  <a:pt x="414432" y="1282699"/>
                </a:lnTo>
                <a:lnTo>
                  <a:pt x="434149" y="1282699"/>
                </a:lnTo>
                <a:lnTo>
                  <a:pt x="458939" y="1295399"/>
                </a:lnTo>
                <a:lnTo>
                  <a:pt x="635629" y="1295399"/>
                </a:lnTo>
                <a:lnTo>
                  <a:pt x="586629" y="1320799"/>
                </a:lnTo>
                <a:lnTo>
                  <a:pt x="539375" y="1333499"/>
                </a:lnTo>
                <a:lnTo>
                  <a:pt x="494564" y="1346199"/>
                </a:lnTo>
                <a:lnTo>
                  <a:pt x="452891" y="1358899"/>
                </a:lnTo>
                <a:close/>
              </a:path>
              <a:path w="1530984" h="1358900">
                <a:moveTo>
                  <a:pt x="996514" y="977899"/>
                </a:moveTo>
                <a:lnTo>
                  <a:pt x="536176" y="977899"/>
                </a:lnTo>
                <a:lnTo>
                  <a:pt x="483452" y="965199"/>
                </a:lnTo>
                <a:lnTo>
                  <a:pt x="432879" y="965199"/>
                </a:lnTo>
                <a:lnTo>
                  <a:pt x="384637" y="952499"/>
                </a:lnTo>
                <a:lnTo>
                  <a:pt x="1100369" y="952499"/>
                </a:lnTo>
                <a:lnTo>
                  <a:pt x="996514" y="977899"/>
                </a:lnTo>
                <a:close/>
              </a:path>
              <a:path w="1530984" h="1358900">
                <a:moveTo>
                  <a:pt x="1190828" y="1295399"/>
                </a:moveTo>
                <a:lnTo>
                  <a:pt x="1086141" y="1295399"/>
                </a:lnTo>
                <a:lnTo>
                  <a:pt x="1114619" y="1282699"/>
                </a:lnTo>
                <a:lnTo>
                  <a:pt x="1130727" y="1269999"/>
                </a:lnTo>
                <a:lnTo>
                  <a:pt x="1156241" y="1219199"/>
                </a:lnTo>
                <a:lnTo>
                  <a:pt x="1164716" y="1181099"/>
                </a:lnTo>
                <a:lnTo>
                  <a:pt x="1170015" y="1142999"/>
                </a:lnTo>
                <a:lnTo>
                  <a:pt x="1170612" y="1092199"/>
                </a:lnTo>
                <a:lnTo>
                  <a:pt x="1166422" y="1041399"/>
                </a:lnTo>
                <a:lnTo>
                  <a:pt x="1157363" y="977899"/>
                </a:lnTo>
                <a:lnTo>
                  <a:pt x="1155502" y="977899"/>
                </a:lnTo>
                <a:lnTo>
                  <a:pt x="1153507" y="965199"/>
                </a:lnTo>
                <a:lnTo>
                  <a:pt x="1151377" y="952499"/>
                </a:lnTo>
                <a:lnTo>
                  <a:pt x="1217226" y="952499"/>
                </a:lnTo>
                <a:lnTo>
                  <a:pt x="1219448" y="965199"/>
                </a:lnTo>
                <a:lnTo>
                  <a:pt x="1221508" y="965199"/>
                </a:lnTo>
                <a:lnTo>
                  <a:pt x="1231644" y="1041399"/>
                </a:lnTo>
                <a:lnTo>
                  <a:pt x="1236095" y="1092199"/>
                </a:lnTo>
                <a:lnTo>
                  <a:pt x="1234932" y="1155699"/>
                </a:lnTo>
                <a:lnTo>
                  <a:pt x="1228226" y="1206499"/>
                </a:lnTo>
                <a:lnTo>
                  <a:pt x="1216046" y="1244599"/>
                </a:lnTo>
                <a:lnTo>
                  <a:pt x="1198465" y="1282699"/>
                </a:lnTo>
                <a:lnTo>
                  <a:pt x="1190828" y="1295399"/>
                </a:lnTo>
                <a:close/>
              </a:path>
              <a:path w="1530984" h="1358900">
                <a:moveTo>
                  <a:pt x="635629" y="1295399"/>
                </a:moveTo>
                <a:lnTo>
                  <a:pt x="458939" y="1295399"/>
                </a:lnTo>
                <a:lnTo>
                  <a:pt x="488310" y="1282699"/>
                </a:lnTo>
                <a:lnTo>
                  <a:pt x="521769" y="1269999"/>
                </a:lnTo>
                <a:lnTo>
                  <a:pt x="562310" y="1257299"/>
                </a:lnTo>
                <a:lnTo>
                  <a:pt x="604822" y="1231899"/>
                </a:lnTo>
                <a:lnTo>
                  <a:pt x="648632" y="1206499"/>
                </a:lnTo>
                <a:lnTo>
                  <a:pt x="693066" y="1168399"/>
                </a:lnTo>
                <a:lnTo>
                  <a:pt x="700340" y="1168399"/>
                </a:lnTo>
                <a:lnTo>
                  <a:pt x="714932" y="1142999"/>
                </a:lnTo>
                <a:lnTo>
                  <a:pt x="722240" y="1142999"/>
                </a:lnTo>
                <a:lnTo>
                  <a:pt x="655692" y="1066799"/>
                </a:lnTo>
                <a:lnTo>
                  <a:pt x="622986" y="1028699"/>
                </a:lnTo>
                <a:lnTo>
                  <a:pt x="590870" y="977899"/>
                </a:lnTo>
                <a:lnTo>
                  <a:pt x="941852" y="977899"/>
                </a:lnTo>
                <a:lnTo>
                  <a:pt x="933917" y="990599"/>
                </a:lnTo>
                <a:lnTo>
                  <a:pt x="675652" y="990599"/>
                </a:lnTo>
                <a:lnTo>
                  <a:pt x="698418" y="1015999"/>
                </a:lnTo>
                <a:lnTo>
                  <a:pt x="767715" y="1092199"/>
                </a:lnTo>
                <a:lnTo>
                  <a:pt x="856611" y="1092199"/>
                </a:lnTo>
                <a:lnTo>
                  <a:pt x="813561" y="1142999"/>
                </a:lnTo>
                <a:lnTo>
                  <a:pt x="823200" y="1155699"/>
                </a:lnTo>
                <a:lnTo>
                  <a:pt x="832833" y="1155699"/>
                </a:lnTo>
                <a:lnTo>
                  <a:pt x="852060" y="1181099"/>
                </a:lnTo>
                <a:lnTo>
                  <a:pt x="870296" y="1193799"/>
                </a:lnTo>
                <a:lnTo>
                  <a:pt x="760027" y="1193799"/>
                </a:lnTo>
                <a:lnTo>
                  <a:pt x="752046" y="1206499"/>
                </a:lnTo>
                <a:lnTo>
                  <a:pt x="744066" y="1206499"/>
                </a:lnTo>
                <a:lnTo>
                  <a:pt x="736085" y="1219199"/>
                </a:lnTo>
                <a:lnTo>
                  <a:pt x="635629" y="1295399"/>
                </a:lnTo>
                <a:close/>
              </a:path>
              <a:path w="1530984" h="1358900">
                <a:moveTo>
                  <a:pt x="856611" y="1092199"/>
                </a:moveTo>
                <a:lnTo>
                  <a:pt x="767715" y="1092199"/>
                </a:lnTo>
                <a:lnTo>
                  <a:pt x="857566" y="990599"/>
                </a:lnTo>
                <a:lnTo>
                  <a:pt x="933917" y="990599"/>
                </a:lnTo>
                <a:lnTo>
                  <a:pt x="910112" y="1028699"/>
                </a:lnTo>
                <a:lnTo>
                  <a:pt x="856611" y="1092199"/>
                </a:lnTo>
                <a:close/>
              </a:path>
              <a:path w="1530984" h="1358900">
                <a:moveTo>
                  <a:pt x="1079342" y="1358899"/>
                </a:moveTo>
                <a:lnTo>
                  <a:pt x="1039818" y="1346199"/>
                </a:lnTo>
                <a:lnTo>
                  <a:pt x="997366" y="1346199"/>
                </a:lnTo>
                <a:lnTo>
                  <a:pt x="952540" y="1320799"/>
                </a:lnTo>
                <a:lnTo>
                  <a:pt x="905896" y="1295399"/>
                </a:lnTo>
                <a:lnTo>
                  <a:pt x="857990" y="1269999"/>
                </a:lnTo>
                <a:lnTo>
                  <a:pt x="809377" y="1231899"/>
                </a:lnTo>
                <a:lnTo>
                  <a:pt x="778398" y="1193799"/>
                </a:lnTo>
                <a:lnTo>
                  <a:pt x="870296" y="1193799"/>
                </a:lnTo>
                <a:lnTo>
                  <a:pt x="906767" y="1219199"/>
                </a:lnTo>
                <a:lnTo>
                  <a:pt x="958829" y="1257299"/>
                </a:lnTo>
                <a:lnTo>
                  <a:pt x="1006946" y="1269999"/>
                </a:lnTo>
                <a:lnTo>
                  <a:pt x="1049816" y="1282699"/>
                </a:lnTo>
                <a:lnTo>
                  <a:pt x="1086141" y="1295399"/>
                </a:lnTo>
                <a:lnTo>
                  <a:pt x="1190828" y="1295399"/>
                </a:lnTo>
                <a:lnTo>
                  <a:pt x="1175552" y="1320799"/>
                </a:lnTo>
                <a:lnTo>
                  <a:pt x="1147379" y="1333499"/>
                </a:lnTo>
                <a:lnTo>
                  <a:pt x="1115381" y="1346199"/>
                </a:lnTo>
                <a:lnTo>
                  <a:pt x="1079342" y="1358899"/>
                </a:lnTo>
                <a:close/>
              </a:path>
            </a:pathLst>
          </a:custGeom>
          <a:solidFill>
            <a:srgbClr val="0177B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7161973" y="6252948"/>
            <a:ext cx="921385" cy="2059939"/>
            <a:chOff x="7161973" y="6252948"/>
            <a:chExt cx="921385" cy="2059939"/>
          </a:xfrm>
        </p:grpSpPr>
        <p:sp>
          <p:nvSpPr>
            <p:cNvPr id="41" name="object 41"/>
            <p:cNvSpPr/>
            <p:nvPr/>
          </p:nvSpPr>
          <p:spPr>
            <a:xfrm>
              <a:off x="7616031" y="6260856"/>
              <a:ext cx="467359" cy="1781175"/>
            </a:xfrm>
            <a:custGeom>
              <a:avLst/>
              <a:gdLst/>
              <a:ahLst/>
              <a:cxnLst/>
              <a:rect l="l" t="t" r="r" b="b"/>
              <a:pathLst>
                <a:path w="467359" h="1781175">
                  <a:moveTo>
                    <a:pt x="84285" y="1780679"/>
                  </a:moveTo>
                  <a:lnTo>
                    <a:pt x="38646" y="1733584"/>
                  </a:lnTo>
                  <a:lnTo>
                    <a:pt x="24787" y="1692902"/>
                  </a:lnTo>
                  <a:lnTo>
                    <a:pt x="16026" y="1646722"/>
                  </a:lnTo>
                  <a:lnTo>
                    <a:pt x="11137" y="1595840"/>
                  </a:lnTo>
                  <a:lnTo>
                    <a:pt x="0" y="0"/>
                  </a:lnTo>
                  <a:lnTo>
                    <a:pt x="54737" y="103127"/>
                  </a:lnTo>
                  <a:lnTo>
                    <a:pt x="74134" y="130162"/>
                  </a:lnTo>
                  <a:lnTo>
                    <a:pt x="96079" y="154690"/>
                  </a:lnTo>
                  <a:lnTo>
                    <a:pt x="129984" y="189597"/>
                  </a:lnTo>
                  <a:lnTo>
                    <a:pt x="162826" y="225437"/>
                  </a:lnTo>
                  <a:lnTo>
                    <a:pt x="194406" y="262327"/>
                  </a:lnTo>
                  <a:lnTo>
                    <a:pt x="224526" y="300380"/>
                  </a:lnTo>
                  <a:lnTo>
                    <a:pt x="254340" y="341596"/>
                  </a:lnTo>
                  <a:lnTo>
                    <a:pt x="282019" y="383792"/>
                  </a:lnTo>
                  <a:lnTo>
                    <a:pt x="307665" y="426948"/>
                  </a:lnTo>
                  <a:lnTo>
                    <a:pt x="331378" y="471044"/>
                  </a:lnTo>
                  <a:lnTo>
                    <a:pt x="353260" y="516059"/>
                  </a:lnTo>
                  <a:lnTo>
                    <a:pt x="373412" y="561974"/>
                  </a:lnTo>
                  <a:lnTo>
                    <a:pt x="391936" y="608769"/>
                  </a:lnTo>
                  <a:lnTo>
                    <a:pt x="408933" y="656423"/>
                  </a:lnTo>
                  <a:lnTo>
                    <a:pt x="424504" y="704916"/>
                  </a:lnTo>
                  <a:lnTo>
                    <a:pt x="436874" y="749916"/>
                  </a:lnTo>
                  <a:lnTo>
                    <a:pt x="447170" y="795266"/>
                  </a:lnTo>
                  <a:lnTo>
                    <a:pt x="455357" y="840930"/>
                  </a:lnTo>
                  <a:lnTo>
                    <a:pt x="461403" y="886872"/>
                  </a:lnTo>
                  <a:lnTo>
                    <a:pt x="465274" y="933058"/>
                  </a:lnTo>
                  <a:lnTo>
                    <a:pt x="466935" y="979450"/>
                  </a:lnTo>
                  <a:lnTo>
                    <a:pt x="466611" y="1031104"/>
                  </a:lnTo>
                  <a:lnTo>
                    <a:pt x="463960" y="1081835"/>
                  </a:lnTo>
                  <a:lnTo>
                    <a:pt x="458986" y="1131643"/>
                  </a:lnTo>
                  <a:lnTo>
                    <a:pt x="451694" y="1180525"/>
                  </a:lnTo>
                  <a:lnTo>
                    <a:pt x="442088" y="1228481"/>
                  </a:lnTo>
                  <a:lnTo>
                    <a:pt x="430171" y="1275508"/>
                  </a:lnTo>
                  <a:lnTo>
                    <a:pt x="415949" y="1321606"/>
                  </a:lnTo>
                  <a:lnTo>
                    <a:pt x="399426" y="1366772"/>
                  </a:lnTo>
                  <a:lnTo>
                    <a:pt x="380606" y="1411006"/>
                  </a:lnTo>
                  <a:lnTo>
                    <a:pt x="359493" y="1454305"/>
                  </a:lnTo>
                  <a:lnTo>
                    <a:pt x="336093" y="1496669"/>
                  </a:lnTo>
                  <a:lnTo>
                    <a:pt x="310408" y="1538095"/>
                  </a:lnTo>
                  <a:lnTo>
                    <a:pt x="282443" y="1578582"/>
                  </a:lnTo>
                  <a:lnTo>
                    <a:pt x="252203" y="1618129"/>
                  </a:lnTo>
                  <a:lnTo>
                    <a:pt x="219692" y="1656735"/>
                  </a:lnTo>
                  <a:lnTo>
                    <a:pt x="184915" y="1694397"/>
                  </a:lnTo>
                  <a:lnTo>
                    <a:pt x="136330" y="1739611"/>
                  </a:lnTo>
                  <a:lnTo>
                    <a:pt x="110752" y="1760706"/>
                  </a:lnTo>
                  <a:lnTo>
                    <a:pt x="84285" y="1780679"/>
                  </a:lnTo>
                  <a:close/>
                </a:path>
              </a:pathLst>
            </a:custGeom>
            <a:solidFill>
              <a:srgbClr val="589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61973" y="6252948"/>
              <a:ext cx="466725" cy="1807845"/>
            </a:xfrm>
            <a:custGeom>
              <a:avLst/>
              <a:gdLst/>
              <a:ahLst/>
              <a:cxnLst/>
              <a:rect l="l" t="t" r="r" b="b"/>
              <a:pathLst>
                <a:path w="466725" h="1807845">
                  <a:moveTo>
                    <a:pt x="430598" y="1807683"/>
                  </a:moveTo>
                  <a:lnTo>
                    <a:pt x="420535" y="1807683"/>
                  </a:lnTo>
                  <a:lnTo>
                    <a:pt x="369611" y="1766318"/>
                  </a:lnTo>
                  <a:lnTo>
                    <a:pt x="321187" y="1722493"/>
                  </a:lnTo>
                  <a:lnTo>
                    <a:pt x="287184" y="1687786"/>
                  </a:lnTo>
                  <a:lnTo>
                    <a:pt x="254687" y="1652091"/>
                  </a:lnTo>
                  <a:lnTo>
                    <a:pt x="223760" y="1615369"/>
                  </a:lnTo>
                  <a:lnTo>
                    <a:pt x="194469" y="1577581"/>
                  </a:lnTo>
                  <a:lnTo>
                    <a:pt x="166881" y="1538686"/>
                  </a:lnTo>
                  <a:lnTo>
                    <a:pt x="141061" y="1498644"/>
                  </a:lnTo>
                  <a:lnTo>
                    <a:pt x="117074" y="1457415"/>
                  </a:lnTo>
                  <a:lnTo>
                    <a:pt x="94985" y="1414959"/>
                  </a:lnTo>
                  <a:lnTo>
                    <a:pt x="74862" y="1371237"/>
                  </a:lnTo>
                  <a:lnTo>
                    <a:pt x="56768" y="1326207"/>
                  </a:lnTo>
                  <a:lnTo>
                    <a:pt x="40770" y="1279831"/>
                  </a:lnTo>
                  <a:lnTo>
                    <a:pt x="23054" y="1192366"/>
                  </a:lnTo>
                  <a:lnTo>
                    <a:pt x="14774" y="1133264"/>
                  </a:lnTo>
                  <a:lnTo>
                    <a:pt x="7741" y="1071418"/>
                  </a:lnTo>
                  <a:lnTo>
                    <a:pt x="2601" y="1012457"/>
                  </a:lnTo>
                  <a:lnTo>
                    <a:pt x="0" y="962009"/>
                  </a:lnTo>
                  <a:lnTo>
                    <a:pt x="582" y="925701"/>
                  </a:lnTo>
                  <a:lnTo>
                    <a:pt x="5168" y="872869"/>
                  </a:lnTo>
                  <a:lnTo>
                    <a:pt x="11658" y="820584"/>
                  </a:lnTo>
                  <a:lnTo>
                    <a:pt x="20109" y="768860"/>
                  </a:lnTo>
                  <a:lnTo>
                    <a:pt x="30579" y="717711"/>
                  </a:lnTo>
                  <a:lnTo>
                    <a:pt x="43125" y="667152"/>
                  </a:lnTo>
                  <a:lnTo>
                    <a:pt x="57806" y="617196"/>
                  </a:lnTo>
                  <a:lnTo>
                    <a:pt x="74679" y="567858"/>
                  </a:lnTo>
                  <a:lnTo>
                    <a:pt x="93802" y="519152"/>
                  </a:lnTo>
                  <a:lnTo>
                    <a:pt x="115233" y="471093"/>
                  </a:lnTo>
                  <a:lnTo>
                    <a:pt x="139028" y="423695"/>
                  </a:lnTo>
                  <a:lnTo>
                    <a:pt x="163252" y="380573"/>
                  </a:lnTo>
                  <a:lnTo>
                    <a:pt x="189002" y="338674"/>
                  </a:lnTo>
                  <a:lnTo>
                    <a:pt x="216342" y="298063"/>
                  </a:lnTo>
                  <a:lnTo>
                    <a:pt x="245338" y="258806"/>
                  </a:lnTo>
                  <a:lnTo>
                    <a:pt x="276056" y="220968"/>
                  </a:lnTo>
                  <a:lnTo>
                    <a:pt x="308561" y="184616"/>
                  </a:lnTo>
                  <a:lnTo>
                    <a:pt x="342919" y="149814"/>
                  </a:lnTo>
                  <a:lnTo>
                    <a:pt x="417510" y="80843"/>
                  </a:lnTo>
                  <a:lnTo>
                    <a:pt x="428355" y="67315"/>
                  </a:lnTo>
                  <a:lnTo>
                    <a:pt x="436637" y="52753"/>
                  </a:lnTo>
                  <a:lnTo>
                    <a:pt x="442840" y="37708"/>
                  </a:lnTo>
                  <a:lnTo>
                    <a:pt x="446544" y="22036"/>
                  </a:lnTo>
                  <a:lnTo>
                    <a:pt x="447327" y="5593"/>
                  </a:lnTo>
                  <a:lnTo>
                    <a:pt x="451814" y="0"/>
                  </a:lnTo>
                  <a:lnTo>
                    <a:pt x="454057" y="4500"/>
                  </a:lnTo>
                  <a:lnTo>
                    <a:pt x="466492" y="1580211"/>
                  </a:lnTo>
                  <a:lnTo>
                    <a:pt x="442141" y="1759344"/>
                  </a:lnTo>
                  <a:lnTo>
                    <a:pt x="431688" y="1798682"/>
                  </a:lnTo>
                  <a:lnTo>
                    <a:pt x="430598" y="1807683"/>
                  </a:lnTo>
                  <a:close/>
                </a:path>
              </a:pathLst>
            </a:custGeom>
            <a:solidFill>
              <a:srgbClr val="6B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82509" y="7801720"/>
              <a:ext cx="116205" cy="511175"/>
            </a:xfrm>
            <a:custGeom>
              <a:avLst/>
              <a:gdLst/>
              <a:ahLst/>
              <a:cxnLst/>
              <a:rect l="l" t="t" r="r" b="b"/>
              <a:pathLst>
                <a:path w="116204" h="511175">
                  <a:moveTo>
                    <a:pt x="85952" y="511071"/>
                  </a:moveTo>
                  <a:lnTo>
                    <a:pt x="79222" y="511071"/>
                  </a:lnTo>
                  <a:lnTo>
                    <a:pt x="72331" y="506972"/>
                  </a:lnTo>
                  <a:lnTo>
                    <a:pt x="38588" y="495144"/>
                  </a:lnTo>
                  <a:lnTo>
                    <a:pt x="32360" y="491477"/>
                  </a:lnTo>
                  <a:lnTo>
                    <a:pt x="30302" y="484459"/>
                  </a:lnTo>
                  <a:lnTo>
                    <a:pt x="30124" y="447163"/>
                  </a:lnTo>
                  <a:lnTo>
                    <a:pt x="26985" y="401135"/>
                  </a:lnTo>
                  <a:lnTo>
                    <a:pt x="21880" y="355536"/>
                  </a:lnTo>
                  <a:lnTo>
                    <a:pt x="13639" y="310359"/>
                  </a:lnTo>
                  <a:lnTo>
                    <a:pt x="0" y="262254"/>
                  </a:lnTo>
                  <a:lnTo>
                    <a:pt x="0" y="257753"/>
                  </a:lnTo>
                  <a:lnTo>
                    <a:pt x="24915" y="161941"/>
                  </a:lnTo>
                  <a:lnTo>
                    <a:pt x="30592" y="124207"/>
                  </a:lnTo>
                  <a:lnTo>
                    <a:pt x="34978" y="86300"/>
                  </a:lnTo>
                  <a:lnTo>
                    <a:pt x="39346" y="23676"/>
                  </a:lnTo>
                  <a:lnTo>
                    <a:pt x="41398" y="8637"/>
                  </a:lnTo>
                  <a:lnTo>
                    <a:pt x="44802" y="0"/>
                  </a:lnTo>
                  <a:lnTo>
                    <a:pt x="44802" y="29125"/>
                  </a:lnTo>
                  <a:lnTo>
                    <a:pt x="52349" y="101776"/>
                  </a:lnTo>
                  <a:lnTo>
                    <a:pt x="68261" y="173657"/>
                  </a:lnTo>
                  <a:lnTo>
                    <a:pt x="84926" y="210626"/>
                  </a:lnTo>
                  <a:lnTo>
                    <a:pt x="116205" y="239751"/>
                  </a:lnTo>
                  <a:lnTo>
                    <a:pt x="106502" y="255791"/>
                  </a:lnTo>
                  <a:lnTo>
                    <a:pt x="98049" y="272259"/>
                  </a:lnTo>
                  <a:lnTo>
                    <a:pt x="91688" y="289559"/>
                  </a:lnTo>
                  <a:lnTo>
                    <a:pt x="88259" y="308095"/>
                  </a:lnTo>
                  <a:lnTo>
                    <a:pt x="83634" y="347417"/>
                  </a:lnTo>
                  <a:lnTo>
                    <a:pt x="83708" y="464008"/>
                  </a:lnTo>
                  <a:lnTo>
                    <a:pt x="87041" y="500977"/>
                  </a:lnTo>
                  <a:lnTo>
                    <a:pt x="85952" y="511071"/>
                  </a:lnTo>
                  <a:close/>
                </a:path>
              </a:pathLst>
            </a:custGeom>
            <a:solidFill>
              <a:srgbClr val="C2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9275602" y="5798122"/>
            <a:ext cx="2839085" cy="2972435"/>
            <a:chOff x="9275602" y="5798122"/>
            <a:chExt cx="2839085" cy="2972435"/>
          </a:xfrm>
        </p:grpSpPr>
        <p:sp>
          <p:nvSpPr>
            <p:cNvPr id="45" name="object 45"/>
            <p:cNvSpPr/>
            <p:nvPr/>
          </p:nvSpPr>
          <p:spPr>
            <a:xfrm>
              <a:off x="9323251" y="5845777"/>
              <a:ext cx="2740660" cy="2875915"/>
            </a:xfrm>
            <a:custGeom>
              <a:avLst/>
              <a:gdLst/>
              <a:ahLst/>
              <a:cxnLst/>
              <a:rect l="l" t="t" r="r" b="b"/>
              <a:pathLst>
                <a:path w="2740659" h="2875915">
                  <a:moveTo>
                    <a:pt x="2509599" y="2875639"/>
                  </a:moveTo>
                  <a:lnTo>
                    <a:pt x="230729" y="2875639"/>
                  </a:lnTo>
                  <a:lnTo>
                    <a:pt x="191452" y="2871753"/>
                  </a:lnTo>
                  <a:lnTo>
                    <a:pt x="146998" y="2858245"/>
                  </a:lnTo>
                  <a:lnTo>
                    <a:pt x="106013" y="2836363"/>
                  </a:lnTo>
                  <a:lnTo>
                    <a:pt x="69745" y="2806626"/>
                  </a:lnTo>
                  <a:lnTo>
                    <a:pt x="40007" y="2770358"/>
                  </a:lnTo>
                  <a:lnTo>
                    <a:pt x="18126" y="2729372"/>
                  </a:lnTo>
                  <a:lnTo>
                    <a:pt x="4617" y="2684919"/>
                  </a:lnTo>
                  <a:lnTo>
                    <a:pt x="0" y="263824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502203" y="0"/>
                  </a:lnTo>
                  <a:lnTo>
                    <a:pt x="2548876" y="4617"/>
                  </a:lnTo>
                  <a:lnTo>
                    <a:pt x="2593330" y="18126"/>
                  </a:lnTo>
                  <a:lnTo>
                    <a:pt x="2634315" y="40007"/>
                  </a:lnTo>
                  <a:lnTo>
                    <a:pt x="2670583" y="69745"/>
                  </a:lnTo>
                  <a:lnTo>
                    <a:pt x="2700320" y="106013"/>
                  </a:lnTo>
                  <a:lnTo>
                    <a:pt x="2722202" y="146998"/>
                  </a:lnTo>
                  <a:lnTo>
                    <a:pt x="2735710" y="191452"/>
                  </a:lnTo>
                  <a:lnTo>
                    <a:pt x="2740328" y="238125"/>
                  </a:lnTo>
                  <a:lnTo>
                    <a:pt x="2740328" y="2638246"/>
                  </a:lnTo>
                  <a:lnTo>
                    <a:pt x="2735710" y="2684919"/>
                  </a:lnTo>
                  <a:lnTo>
                    <a:pt x="2722202" y="2729372"/>
                  </a:lnTo>
                  <a:lnTo>
                    <a:pt x="2700320" y="2770358"/>
                  </a:lnTo>
                  <a:lnTo>
                    <a:pt x="2670583" y="2806626"/>
                  </a:lnTo>
                  <a:lnTo>
                    <a:pt x="2634315" y="2836363"/>
                  </a:lnTo>
                  <a:lnTo>
                    <a:pt x="2593330" y="2858245"/>
                  </a:lnTo>
                  <a:lnTo>
                    <a:pt x="2548876" y="2871753"/>
                  </a:lnTo>
                  <a:lnTo>
                    <a:pt x="2509599" y="2875639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323256" y="5845777"/>
              <a:ext cx="2743200" cy="2876550"/>
            </a:xfrm>
            <a:custGeom>
              <a:avLst/>
              <a:gdLst/>
              <a:ahLst/>
              <a:cxnLst/>
              <a:rect l="l" t="t" r="r" b="b"/>
              <a:pathLst>
                <a:path w="2743200" h="2876550">
                  <a:moveTo>
                    <a:pt x="238373" y="0"/>
                  </a:moveTo>
                  <a:lnTo>
                    <a:pt x="2504817" y="0"/>
                  </a:lnTo>
                  <a:lnTo>
                    <a:pt x="2551539" y="4618"/>
                  </a:lnTo>
                  <a:lnTo>
                    <a:pt x="2596039" y="18127"/>
                  </a:lnTo>
                  <a:lnTo>
                    <a:pt x="2637067" y="40010"/>
                  </a:lnTo>
                  <a:lnTo>
                    <a:pt x="2673373" y="69749"/>
                  </a:lnTo>
                  <a:lnTo>
                    <a:pt x="2703141" y="106019"/>
                  </a:lnTo>
                  <a:lnTo>
                    <a:pt x="2725046" y="147007"/>
                  </a:lnTo>
                  <a:lnTo>
                    <a:pt x="2738568" y="191463"/>
                  </a:lnTo>
                  <a:lnTo>
                    <a:pt x="2743191" y="238139"/>
                  </a:lnTo>
                  <a:lnTo>
                    <a:pt x="2743191" y="2638409"/>
                  </a:lnTo>
                  <a:lnTo>
                    <a:pt x="2738568" y="2685085"/>
                  </a:lnTo>
                  <a:lnTo>
                    <a:pt x="2725046" y="2729542"/>
                  </a:lnTo>
                  <a:lnTo>
                    <a:pt x="2703141" y="2770530"/>
                  </a:lnTo>
                  <a:lnTo>
                    <a:pt x="2673373" y="2806800"/>
                  </a:lnTo>
                  <a:lnTo>
                    <a:pt x="2637067" y="2836539"/>
                  </a:lnTo>
                  <a:lnTo>
                    <a:pt x="2596039" y="2858422"/>
                  </a:lnTo>
                  <a:lnTo>
                    <a:pt x="2551539" y="2871931"/>
                  </a:lnTo>
                  <a:lnTo>
                    <a:pt x="2504817" y="2876549"/>
                  </a:lnTo>
                  <a:lnTo>
                    <a:pt x="238373" y="2876549"/>
                  </a:lnTo>
                  <a:lnTo>
                    <a:pt x="191651" y="2871931"/>
                  </a:lnTo>
                  <a:lnTo>
                    <a:pt x="147151" y="2858422"/>
                  </a:lnTo>
                  <a:lnTo>
                    <a:pt x="106123" y="2836539"/>
                  </a:lnTo>
                  <a:lnTo>
                    <a:pt x="69817" y="2806800"/>
                  </a:lnTo>
                  <a:lnTo>
                    <a:pt x="40049" y="2770530"/>
                  </a:lnTo>
                  <a:lnTo>
                    <a:pt x="18144" y="2729542"/>
                  </a:lnTo>
                  <a:lnTo>
                    <a:pt x="4622" y="2685085"/>
                  </a:lnTo>
                  <a:lnTo>
                    <a:pt x="0" y="2638409"/>
                  </a:lnTo>
                  <a:lnTo>
                    <a:pt x="0" y="238139"/>
                  </a:lnTo>
                  <a:lnTo>
                    <a:pt x="4622" y="191464"/>
                  </a:lnTo>
                  <a:lnTo>
                    <a:pt x="18145" y="147007"/>
                  </a:lnTo>
                  <a:lnTo>
                    <a:pt x="40049" y="106019"/>
                  </a:lnTo>
                  <a:lnTo>
                    <a:pt x="69818" y="69749"/>
                  </a:lnTo>
                  <a:lnTo>
                    <a:pt x="106123" y="40010"/>
                  </a:lnTo>
                  <a:lnTo>
                    <a:pt x="147151" y="18127"/>
                  </a:lnTo>
                  <a:lnTo>
                    <a:pt x="191652" y="4618"/>
                  </a:lnTo>
                  <a:lnTo>
                    <a:pt x="238373" y="0"/>
                  </a:lnTo>
                </a:path>
              </a:pathLst>
            </a:custGeom>
            <a:ln w="95308">
              <a:solidFill>
                <a:srgbClr val="81CF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545907" y="6065372"/>
              <a:ext cx="2332990" cy="2437765"/>
            </a:xfrm>
            <a:custGeom>
              <a:avLst/>
              <a:gdLst/>
              <a:ahLst/>
              <a:cxnLst/>
              <a:rect l="l" t="t" r="r" b="b"/>
              <a:pathLst>
                <a:path w="2332990" h="2437765">
                  <a:moveTo>
                    <a:pt x="2096185" y="2437181"/>
                  </a:moveTo>
                  <a:lnTo>
                    <a:pt x="238125" y="2437181"/>
                  </a:lnTo>
                  <a:lnTo>
                    <a:pt x="191452" y="2432563"/>
                  </a:lnTo>
                  <a:lnTo>
                    <a:pt x="146998" y="2419054"/>
                  </a:lnTo>
                  <a:lnTo>
                    <a:pt x="106013" y="2397173"/>
                  </a:lnTo>
                  <a:lnTo>
                    <a:pt x="69745" y="2367435"/>
                  </a:lnTo>
                  <a:lnTo>
                    <a:pt x="40007" y="2331167"/>
                  </a:lnTo>
                  <a:lnTo>
                    <a:pt x="18126" y="2290182"/>
                  </a:lnTo>
                  <a:lnTo>
                    <a:pt x="4617" y="2245728"/>
                  </a:lnTo>
                  <a:lnTo>
                    <a:pt x="0" y="2199056"/>
                  </a:lnTo>
                  <a:lnTo>
                    <a:pt x="0" y="238125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2096185" y="0"/>
                  </a:lnTo>
                  <a:lnTo>
                    <a:pt x="2142858" y="4617"/>
                  </a:lnTo>
                  <a:lnTo>
                    <a:pt x="2187311" y="18126"/>
                  </a:lnTo>
                  <a:lnTo>
                    <a:pt x="2228297" y="40007"/>
                  </a:lnTo>
                  <a:lnTo>
                    <a:pt x="2264564" y="69745"/>
                  </a:lnTo>
                  <a:lnTo>
                    <a:pt x="2294302" y="106013"/>
                  </a:lnTo>
                  <a:lnTo>
                    <a:pt x="2316184" y="146998"/>
                  </a:lnTo>
                  <a:lnTo>
                    <a:pt x="2329692" y="191452"/>
                  </a:lnTo>
                  <a:lnTo>
                    <a:pt x="2332886" y="223731"/>
                  </a:lnTo>
                  <a:lnTo>
                    <a:pt x="2332886" y="2213449"/>
                  </a:lnTo>
                  <a:lnTo>
                    <a:pt x="2316184" y="2290182"/>
                  </a:lnTo>
                  <a:lnTo>
                    <a:pt x="2294302" y="2331167"/>
                  </a:lnTo>
                  <a:lnTo>
                    <a:pt x="2264564" y="2367435"/>
                  </a:lnTo>
                  <a:lnTo>
                    <a:pt x="2228297" y="2397173"/>
                  </a:lnTo>
                  <a:lnTo>
                    <a:pt x="2187311" y="2419054"/>
                  </a:lnTo>
                  <a:lnTo>
                    <a:pt x="2142858" y="2432563"/>
                  </a:lnTo>
                  <a:lnTo>
                    <a:pt x="2096185" y="2437181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545920" y="6065372"/>
              <a:ext cx="2333625" cy="2438400"/>
            </a:xfrm>
            <a:custGeom>
              <a:avLst/>
              <a:gdLst/>
              <a:ahLst/>
              <a:cxnLst/>
              <a:rect l="l" t="t" r="r" b="b"/>
              <a:pathLst>
                <a:path w="2333625" h="2438400">
                  <a:moveTo>
                    <a:pt x="238052" y="0"/>
                  </a:moveTo>
                  <a:lnTo>
                    <a:pt x="2095546" y="0"/>
                  </a:lnTo>
                  <a:lnTo>
                    <a:pt x="2142205" y="4620"/>
                  </a:lnTo>
                  <a:lnTo>
                    <a:pt x="2186645" y="18135"/>
                  </a:lnTo>
                  <a:lnTo>
                    <a:pt x="2227618" y="40027"/>
                  </a:lnTo>
                  <a:lnTo>
                    <a:pt x="2263875" y="69779"/>
                  </a:lnTo>
                  <a:lnTo>
                    <a:pt x="2293603" y="106065"/>
                  </a:lnTo>
                  <a:lnTo>
                    <a:pt x="2315478" y="147071"/>
                  </a:lnTo>
                  <a:lnTo>
                    <a:pt x="2328983" y="191547"/>
                  </a:lnTo>
                  <a:lnTo>
                    <a:pt x="2333599" y="238243"/>
                  </a:lnTo>
                  <a:lnTo>
                    <a:pt x="2333599" y="2200155"/>
                  </a:lnTo>
                  <a:lnTo>
                    <a:pt x="2328983" y="2246851"/>
                  </a:lnTo>
                  <a:lnTo>
                    <a:pt x="2315478" y="2291327"/>
                  </a:lnTo>
                  <a:lnTo>
                    <a:pt x="2293603" y="2332333"/>
                  </a:lnTo>
                  <a:lnTo>
                    <a:pt x="2263875" y="2368619"/>
                  </a:lnTo>
                  <a:lnTo>
                    <a:pt x="2227618" y="2398372"/>
                  </a:lnTo>
                  <a:lnTo>
                    <a:pt x="2186645" y="2420264"/>
                  </a:lnTo>
                  <a:lnTo>
                    <a:pt x="2142205" y="2433779"/>
                  </a:lnTo>
                  <a:lnTo>
                    <a:pt x="2095546" y="2438399"/>
                  </a:lnTo>
                  <a:lnTo>
                    <a:pt x="238052" y="2438399"/>
                  </a:lnTo>
                  <a:lnTo>
                    <a:pt x="191393" y="2433779"/>
                  </a:lnTo>
                  <a:lnTo>
                    <a:pt x="146953" y="2420264"/>
                  </a:lnTo>
                  <a:lnTo>
                    <a:pt x="105980" y="2398371"/>
                  </a:lnTo>
                  <a:lnTo>
                    <a:pt x="69723" y="2368619"/>
                  </a:lnTo>
                  <a:lnTo>
                    <a:pt x="39995" y="2332333"/>
                  </a:lnTo>
                  <a:lnTo>
                    <a:pt x="18120" y="2291327"/>
                  </a:lnTo>
                  <a:lnTo>
                    <a:pt x="4616" y="2246851"/>
                  </a:lnTo>
                  <a:lnTo>
                    <a:pt x="0" y="2200155"/>
                  </a:lnTo>
                  <a:lnTo>
                    <a:pt x="0" y="238243"/>
                  </a:lnTo>
                  <a:lnTo>
                    <a:pt x="4616" y="191547"/>
                  </a:lnTo>
                  <a:lnTo>
                    <a:pt x="18120" y="147071"/>
                  </a:lnTo>
                  <a:lnTo>
                    <a:pt x="39995" y="106066"/>
                  </a:lnTo>
                  <a:lnTo>
                    <a:pt x="69723" y="69779"/>
                  </a:lnTo>
                  <a:lnTo>
                    <a:pt x="105980" y="40027"/>
                  </a:lnTo>
                  <a:lnTo>
                    <a:pt x="146953" y="18135"/>
                  </a:lnTo>
                  <a:lnTo>
                    <a:pt x="191393" y="4620"/>
                  </a:lnTo>
                  <a:lnTo>
                    <a:pt x="238052" y="0"/>
                  </a:lnTo>
                </a:path>
              </a:pathLst>
            </a:custGeom>
            <a:ln w="190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894345" y="6364195"/>
              <a:ext cx="1633855" cy="1842135"/>
            </a:xfrm>
            <a:custGeom>
              <a:avLst/>
              <a:gdLst/>
              <a:ahLst/>
              <a:cxnLst/>
              <a:rect l="l" t="t" r="r" b="b"/>
              <a:pathLst>
                <a:path w="1633854" h="1842134">
                  <a:moveTo>
                    <a:pt x="404106" y="1579611"/>
                  </a:moveTo>
                  <a:lnTo>
                    <a:pt x="344084" y="1574319"/>
                  </a:lnTo>
                  <a:lnTo>
                    <a:pt x="303769" y="1561751"/>
                  </a:lnTo>
                  <a:lnTo>
                    <a:pt x="248555" y="1537277"/>
                  </a:lnTo>
                  <a:lnTo>
                    <a:pt x="70975" y="1435726"/>
                  </a:lnTo>
                  <a:lnTo>
                    <a:pt x="19010" y="1383512"/>
                  </a:lnTo>
                  <a:lnTo>
                    <a:pt x="0" y="1312238"/>
                  </a:lnTo>
                  <a:lnTo>
                    <a:pt x="3" y="532170"/>
                  </a:lnTo>
                  <a:lnTo>
                    <a:pt x="19025" y="460886"/>
                  </a:lnTo>
                  <a:lnTo>
                    <a:pt x="71016" y="408643"/>
                  </a:lnTo>
                  <a:lnTo>
                    <a:pt x="745667" y="17766"/>
                  </a:lnTo>
                  <a:lnTo>
                    <a:pt x="816672" y="0"/>
                  </a:lnTo>
                  <a:lnTo>
                    <a:pt x="853614" y="4441"/>
                  </a:lnTo>
                  <a:lnTo>
                    <a:pt x="887685" y="17766"/>
                  </a:lnTo>
                  <a:lnTo>
                    <a:pt x="1062895" y="119279"/>
                  </a:lnTo>
                  <a:lnTo>
                    <a:pt x="809909" y="119279"/>
                  </a:lnTo>
                  <a:lnTo>
                    <a:pt x="804805" y="122663"/>
                  </a:lnTo>
                  <a:lnTo>
                    <a:pt x="130221" y="511855"/>
                  </a:lnTo>
                  <a:lnTo>
                    <a:pt x="123432" y="515239"/>
                  </a:lnTo>
                  <a:lnTo>
                    <a:pt x="120050" y="523699"/>
                  </a:lnTo>
                  <a:lnTo>
                    <a:pt x="120050" y="1317304"/>
                  </a:lnTo>
                  <a:lnTo>
                    <a:pt x="123429" y="1325790"/>
                  </a:lnTo>
                  <a:lnTo>
                    <a:pt x="130182" y="1329174"/>
                  </a:lnTo>
                  <a:lnTo>
                    <a:pt x="314457" y="1435726"/>
                  </a:lnTo>
                  <a:lnTo>
                    <a:pt x="369685" y="1453890"/>
                  </a:lnTo>
                  <a:lnTo>
                    <a:pt x="590320" y="1453890"/>
                  </a:lnTo>
                  <a:lnTo>
                    <a:pt x="586257" y="1468481"/>
                  </a:lnTo>
                  <a:lnTo>
                    <a:pt x="565029" y="1507463"/>
                  </a:lnTo>
                  <a:lnTo>
                    <a:pt x="535875" y="1538451"/>
                  </a:lnTo>
                  <a:lnTo>
                    <a:pt x="499120" y="1561061"/>
                  </a:lnTo>
                  <a:lnTo>
                    <a:pt x="455088" y="1574909"/>
                  </a:lnTo>
                  <a:lnTo>
                    <a:pt x="404106" y="1579611"/>
                  </a:lnTo>
                  <a:close/>
                </a:path>
                <a:path w="1633854" h="1842134">
                  <a:moveTo>
                    <a:pt x="1065853" y="1723390"/>
                  </a:moveTo>
                  <a:lnTo>
                    <a:pt x="820054" y="1723390"/>
                  </a:lnTo>
                  <a:lnTo>
                    <a:pt x="825158" y="1720006"/>
                  </a:lnTo>
                  <a:lnTo>
                    <a:pt x="1499743" y="1329174"/>
                  </a:lnTo>
                  <a:lnTo>
                    <a:pt x="1506506" y="1325790"/>
                  </a:lnTo>
                  <a:lnTo>
                    <a:pt x="1509887" y="1319022"/>
                  </a:lnTo>
                  <a:lnTo>
                    <a:pt x="1509887" y="522007"/>
                  </a:lnTo>
                  <a:lnTo>
                    <a:pt x="1506506" y="515239"/>
                  </a:lnTo>
                  <a:lnTo>
                    <a:pt x="1499743" y="511855"/>
                  </a:lnTo>
                  <a:lnTo>
                    <a:pt x="825158" y="122663"/>
                  </a:lnTo>
                  <a:lnTo>
                    <a:pt x="818395" y="119279"/>
                  </a:lnTo>
                  <a:lnTo>
                    <a:pt x="1062895" y="119279"/>
                  </a:lnTo>
                  <a:lnTo>
                    <a:pt x="1562333" y="408643"/>
                  </a:lnTo>
                  <a:lnTo>
                    <a:pt x="1591974" y="431513"/>
                  </a:lnTo>
                  <a:lnTo>
                    <a:pt x="1614324" y="460886"/>
                  </a:lnTo>
                  <a:lnTo>
                    <a:pt x="1628431" y="495020"/>
                  </a:lnTo>
                  <a:lnTo>
                    <a:pt x="1633345" y="532170"/>
                  </a:lnTo>
                  <a:lnTo>
                    <a:pt x="1633345" y="1312238"/>
                  </a:lnTo>
                  <a:lnTo>
                    <a:pt x="1628431" y="1349384"/>
                  </a:lnTo>
                  <a:lnTo>
                    <a:pt x="1614324" y="1383512"/>
                  </a:lnTo>
                  <a:lnTo>
                    <a:pt x="1591974" y="1412875"/>
                  </a:lnTo>
                  <a:lnTo>
                    <a:pt x="1562333" y="1435726"/>
                  </a:lnTo>
                  <a:lnTo>
                    <a:pt x="1065853" y="1723390"/>
                  </a:lnTo>
                  <a:close/>
                </a:path>
                <a:path w="1633854" h="1842134">
                  <a:moveTo>
                    <a:pt x="1331011" y="1185318"/>
                  </a:moveTo>
                  <a:lnTo>
                    <a:pt x="1026328" y="1185318"/>
                  </a:lnTo>
                  <a:lnTo>
                    <a:pt x="1090671" y="1182582"/>
                  </a:lnTo>
                  <a:lnTo>
                    <a:pt x="1142052" y="1174156"/>
                  </a:lnTo>
                  <a:lnTo>
                    <a:pt x="1181033" y="1159713"/>
                  </a:lnTo>
                  <a:lnTo>
                    <a:pt x="1208179" y="1138929"/>
                  </a:lnTo>
                  <a:lnTo>
                    <a:pt x="1224054" y="1111475"/>
                  </a:lnTo>
                  <a:lnTo>
                    <a:pt x="1229220" y="1077026"/>
                  </a:lnTo>
                  <a:lnTo>
                    <a:pt x="1226942" y="1056007"/>
                  </a:lnTo>
                  <a:lnTo>
                    <a:pt x="1193084" y="1019696"/>
                  </a:lnTo>
                  <a:lnTo>
                    <a:pt x="1151079" y="1004316"/>
                  </a:lnTo>
                  <a:lnTo>
                    <a:pt x="1085406" y="990728"/>
                  </a:lnTo>
                  <a:lnTo>
                    <a:pt x="932043" y="971743"/>
                  </a:lnTo>
                  <a:lnTo>
                    <a:pt x="878745" y="962275"/>
                  </a:lnTo>
                  <a:lnTo>
                    <a:pt x="831335" y="949788"/>
                  </a:lnTo>
                  <a:lnTo>
                    <a:pt x="790189" y="933584"/>
                  </a:lnTo>
                  <a:lnTo>
                    <a:pt x="755683" y="912969"/>
                  </a:lnTo>
                  <a:lnTo>
                    <a:pt x="708088" y="855715"/>
                  </a:lnTo>
                  <a:lnTo>
                    <a:pt x="695751" y="817685"/>
                  </a:lnTo>
                  <a:lnTo>
                    <a:pt x="691556" y="772457"/>
                  </a:lnTo>
                  <a:lnTo>
                    <a:pt x="695763" y="728866"/>
                  </a:lnTo>
                  <a:lnTo>
                    <a:pt x="708181" y="689623"/>
                  </a:lnTo>
                  <a:lnTo>
                    <a:pt x="728502" y="654935"/>
                  </a:lnTo>
                  <a:lnTo>
                    <a:pt x="756422" y="625011"/>
                  </a:lnTo>
                  <a:lnTo>
                    <a:pt x="791634" y="600060"/>
                  </a:lnTo>
                  <a:lnTo>
                    <a:pt x="833831" y="580290"/>
                  </a:lnTo>
                  <a:lnTo>
                    <a:pt x="882708" y="565910"/>
                  </a:lnTo>
                  <a:lnTo>
                    <a:pt x="937958" y="557130"/>
                  </a:lnTo>
                  <a:lnTo>
                    <a:pt x="999276" y="554156"/>
                  </a:lnTo>
                  <a:lnTo>
                    <a:pt x="1060922" y="556403"/>
                  </a:lnTo>
                  <a:lnTo>
                    <a:pt x="1116077" y="563199"/>
                  </a:lnTo>
                  <a:lnTo>
                    <a:pt x="1164842" y="574623"/>
                  </a:lnTo>
                  <a:lnTo>
                    <a:pt x="1207159" y="590698"/>
                  </a:lnTo>
                  <a:lnTo>
                    <a:pt x="1243608" y="611685"/>
                  </a:lnTo>
                  <a:lnTo>
                    <a:pt x="1273809" y="637485"/>
                  </a:lnTo>
                  <a:lnTo>
                    <a:pt x="1298026" y="668239"/>
                  </a:lnTo>
                  <a:lnTo>
                    <a:pt x="1301139" y="674318"/>
                  </a:lnTo>
                  <a:lnTo>
                    <a:pt x="999276" y="674318"/>
                  </a:lnTo>
                  <a:lnTo>
                    <a:pt x="921436" y="680274"/>
                  </a:lnTo>
                  <a:lnTo>
                    <a:pt x="870788" y="695976"/>
                  </a:lnTo>
                  <a:lnTo>
                    <a:pt x="841649" y="718176"/>
                  </a:lnTo>
                  <a:lnTo>
                    <a:pt x="828334" y="743624"/>
                  </a:lnTo>
                  <a:lnTo>
                    <a:pt x="825158" y="769073"/>
                  </a:lnTo>
                  <a:lnTo>
                    <a:pt x="827755" y="790988"/>
                  </a:lnTo>
                  <a:lnTo>
                    <a:pt x="862339" y="822995"/>
                  </a:lnTo>
                  <a:lnTo>
                    <a:pt x="903536" y="835620"/>
                  </a:lnTo>
                  <a:lnTo>
                    <a:pt x="966809" y="847680"/>
                  </a:lnTo>
                  <a:lnTo>
                    <a:pt x="1122039" y="870035"/>
                  </a:lnTo>
                  <a:lnTo>
                    <a:pt x="1179270" y="881283"/>
                  </a:lnTo>
                  <a:lnTo>
                    <a:pt x="1228554" y="894966"/>
                  </a:lnTo>
                  <a:lnTo>
                    <a:pt x="1269987" y="911865"/>
                  </a:lnTo>
                  <a:lnTo>
                    <a:pt x="1303669" y="932761"/>
                  </a:lnTo>
                  <a:lnTo>
                    <a:pt x="1348164" y="989664"/>
                  </a:lnTo>
                  <a:lnTo>
                    <a:pt x="1359174" y="1027232"/>
                  </a:lnTo>
                  <a:lnTo>
                    <a:pt x="1362823" y="1071918"/>
                  </a:lnTo>
                  <a:lnTo>
                    <a:pt x="1358733" y="1114641"/>
                  </a:lnTo>
                  <a:lnTo>
                    <a:pt x="1347604" y="1153387"/>
                  </a:lnTo>
                  <a:lnTo>
                    <a:pt x="1331011" y="1185318"/>
                  </a:lnTo>
                  <a:close/>
                </a:path>
                <a:path w="1633854" h="1842134">
                  <a:moveTo>
                    <a:pt x="590320" y="1453890"/>
                  </a:moveTo>
                  <a:lnTo>
                    <a:pt x="369685" y="1453890"/>
                  </a:lnTo>
                  <a:lnTo>
                    <a:pt x="414729" y="1450918"/>
                  </a:lnTo>
                  <a:lnTo>
                    <a:pt x="448410" y="1432107"/>
                  </a:lnTo>
                  <a:lnTo>
                    <a:pt x="469511" y="1402731"/>
                  </a:lnTo>
                  <a:lnTo>
                    <a:pt x="476815" y="1368066"/>
                  </a:lnTo>
                  <a:lnTo>
                    <a:pt x="476815" y="598149"/>
                  </a:lnTo>
                  <a:lnTo>
                    <a:pt x="478321" y="590698"/>
                  </a:lnTo>
                  <a:lnTo>
                    <a:pt x="482522" y="584196"/>
                  </a:lnTo>
                  <a:lnTo>
                    <a:pt x="488941" y="579596"/>
                  </a:lnTo>
                  <a:lnTo>
                    <a:pt x="497104" y="577851"/>
                  </a:lnTo>
                  <a:lnTo>
                    <a:pt x="583340" y="577851"/>
                  </a:lnTo>
                  <a:lnTo>
                    <a:pt x="603629" y="1368066"/>
                  </a:lnTo>
                  <a:lnTo>
                    <a:pt x="599232" y="1421889"/>
                  </a:lnTo>
                  <a:lnTo>
                    <a:pt x="590320" y="1453890"/>
                  </a:lnTo>
                  <a:close/>
                </a:path>
                <a:path w="1633854" h="1842134">
                  <a:moveTo>
                    <a:pt x="1322244" y="813066"/>
                  </a:moveTo>
                  <a:lnTo>
                    <a:pt x="1220798" y="813066"/>
                  </a:lnTo>
                  <a:lnTo>
                    <a:pt x="1212312" y="806298"/>
                  </a:lnTo>
                  <a:lnTo>
                    <a:pt x="1210654" y="797806"/>
                  </a:lnTo>
                  <a:lnTo>
                    <a:pt x="1197579" y="756356"/>
                  </a:lnTo>
                  <a:lnTo>
                    <a:pt x="1149347" y="701175"/>
                  </a:lnTo>
                  <a:lnTo>
                    <a:pt x="1111188" y="685659"/>
                  </a:lnTo>
                  <a:lnTo>
                    <a:pt x="1061664" y="677004"/>
                  </a:lnTo>
                  <a:lnTo>
                    <a:pt x="999276" y="674318"/>
                  </a:lnTo>
                  <a:lnTo>
                    <a:pt x="1301139" y="674318"/>
                  </a:lnTo>
                  <a:lnTo>
                    <a:pt x="1316357" y="704028"/>
                  </a:lnTo>
                  <a:lnTo>
                    <a:pt x="1328905" y="744934"/>
                  </a:lnTo>
                  <a:lnTo>
                    <a:pt x="1335763" y="790988"/>
                  </a:lnTo>
                  <a:lnTo>
                    <a:pt x="1335770" y="796145"/>
                  </a:lnTo>
                  <a:lnTo>
                    <a:pt x="1334048" y="801190"/>
                  </a:lnTo>
                  <a:lnTo>
                    <a:pt x="1330666" y="806298"/>
                  </a:lnTo>
                  <a:lnTo>
                    <a:pt x="1327285" y="809682"/>
                  </a:lnTo>
                  <a:lnTo>
                    <a:pt x="1322244" y="813066"/>
                  </a:lnTo>
                  <a:close/>
                </a:path>
                <a:path w="1633854" h="1842134">
                  <a:moveTo>
                    <a:pt x="1024669" y="1305485"/>
                  </a:moveTo>
                  <a:lnTo>
                    <a:pt x="949661" y="1302245"/>
                  </a:lnTo>
                  <a:lnTo>
                    <a:pt x="885524" y="1292991"/>
                  </a:lnTo>
                  <a:lnTo>
                    <a:pt x="831471" y="1278426"/>
                  </a:lnTo>
                  <a:lnTo>
                    <a:pt x="786718" y="1259253"/>
                  </a:lnTo>
                  <a:lnTo>
                    <a:pt x="750480" y="1236174"/>
                  </a:lnTo>
                  <a:lnTo>
                    <a:pt x="721971" y="1209891"/>
                  </a:lnTo>
                  <a:lnTo>
                    <a:pt x="685000" y="1150522"/>
                  </a:lnTo>
                  <a:lnTo>
                    <a:pt x="669525" y="1086765"/>
                  </a:lnTo>
                  <a:lnTo>
                    <a:pt x="667937" y="1056007"/>
                  </a:lnTo>
                  <a:lnTo>
                    <a:pt x="667885" y="1054998"/>
                  </a:lnTo>
                  <a:lnTo>
                    <a:pt x="669386" y="1047542"/>
                  </a:lnTo>
                  <a:lnTo>
                    <a:pt x="673579" y="1041038"/>
                  </a:lnTo>
                  <a:lnTo>
                    <a:pt x="679998" y="1036438"/>
                  </a:lnTo>
                  <a:lnTo>
                    <a:pt x="688174" y="1034693"/>
                  </a:lnTo>
                  <a:lnTo>
                    <a:pt x="786239" y="1034693"/>
                  </a:lnTo>
                  <a:lnTo>
                    <a:pt x="794661" y="1041461"/>
                  </a:lnTo>
                  <a:lnTo>
                    <a:pt x="794661" y="1051614"/>
                  </a:lnTo>
                  <a:lnTo>
                    <a:pt x="804072" y="1092667"/>
                  </a:lnTo>
                  <a:lnTo>
                    <a:pt x="848359" y="1152107"/>
                  </a:lnTo>
                  <a:lnTo>
                    <a:pt x="889618" y="1170589"/>
                  </a:lnTo>
                  <a:lnTo>
                    <a:pt x="947877" y="1181644"/>
                  </a:lnTo>
                  <a:lnTo>
                    <a:pt x="1026328" y="1185318"/>
                  </a:lnTo>
                  <a:lnTo>
                    <a:pt x="1331011" y="1185318"/>
                  </a:lnTo>
                  <a:lnTo>
                    <a:pt x="1329599" y="1188034"/>
                  </a:lnTo>
                  <a:lnTo>
                    <a:pt x="1304881" y="1218459"/>
                  </a:lnTo>
                  <a:lnTo>
                    <a:pt x="1273611" y="1244539"/>
                  </a:lnTo>
                  <a:lnTo>
                    <a:pt x="1235952" y="1266153"/>
                  </a:lnTo>
                  <a:lnTo>
                    <a:pt x="1192065" y="1283177"/>
                  </a:lnTo>
                  <a:lnTo>
                    <a:pt x="1142115" y="1295489"/>
                  </a:lnTo>
                  <a:lnTo>
                    <a:pt x="1086262" y="1302966"/>
                  </a:lnTo>
                  <a:lnTo>
                    <a:pt x="1024669" y="1305485"/>
                  </a:lnTo>
                  <a:close/>
                </a:path>
                <a:path w="1633854" h="1842134">
                  <a:moveTo>
                    <a:pt x="816672" y="1841819"/>
                  </a:moveTo>
                  <a:lnTo>
                    <a:pt x="816441" y="1841819"/>
                  </a:lnTo>
                  <a:lnTo>
                    <a:pt x="797950" y="1840592"/>
                  </a:lnTo>
                  <a:lnTo>
                    <a:pt x="745660" y="1823254"/>
                  </a:lnTo>
                  <a:lnTo>
                    <a:pt x="520775" y="1689550"/>
                  </a:lnTo>
                  <a:lnTo>
                    <a:pt x="500909" y="1669484"/>
                  </a:lnTo>
                  <a:lnTo>
                    <a:pt x="506034" y="1664121"/>
                  </a:lnTo>
                  <a:lnTo>
                    <a:pt x="514012" y="1660817"/>
                  </a:lnTo>
                  <a:lnTo>
                    <a:pt x="542465" y="1651042"/>
                  </a:lnTo>
                  <a:lnTo>
                    <a:pt x="564102" y="1642387"/>
                  </a:lnTo>
                  <a:lnTo>
                    <a:pt x="586058" y="1631518"/>
                  </a:lnTo>
                  <a:lnTo>
                    <a:pt x="615465" y="1615099"/>
                  </a:lnTo>
                  <a:lnTo>
                    <a:pt x="620537" y="1611715"/>
                  </a:lnTo>
                  <a:lnTo>
                    <a:pt x="627300" y="1613439"/>
                  </a:lnTo>
                  <a:lnTo>
                    <a:pt x="632372" y="1616823"/>
                  </a:lnTo>
                  <a:lnTo>
                    <a:pt x="804805" y="1720006"/>
                  </a:lnTo>
                  <a:lnTo>
                    <a:pt x="811568" y="1723390"/>
                  </a:lnTo>
                  <a:lnTo>
                    <a:pt x="1065853" y="1723390"/>
                  </a:lnTo>
                  <a:lnTo>
                    <a:pt x="887685" y="1826622"/>
                  </a:lnTo>
                  <a:lnTo>
                    <a:pt x="870658" y="1833280"/>
                  </a:lnTo>
                  <a:lnTo>
                    <a:pt x="852825" y="1838028"/>
                  </a:lnTo>
                  <a:lnTo>
                    <a:pt x="834668" y="1840872"/>
                  </a:lnTo>
                  <a:lnTo>
                    <a:pt x="816672" y="1841819"/>
                  </a:lnTo>
                  <a:close/>
                </a:path>
              </a:pathLst>
            </a:custGeom>
            <a:solidFill>
              <a:srgbClr val="539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6837970" y="3340045"/>
            <a:ext cx="1541780" cy="1744980"/>
            <a:chOff x="6837970" y="3340045"/>
            <a:chExt cx="1541780" cy="1744980"/>
          </a:xfrm>
        </p:grpSpPr>
        <p:sp>
          <p:nvSpPr>
            <p:cNvPr id="51" name="object 51"/>
            <p:cNvSpPr/>
            <p:nvPr/>
          </p:nvSpPr>
          <p:spPr>
            <a:xfrm>
              <a:off x="6837970" y="3340045"/>
              <a:ext cx="1541780" cy="1744980"/>
            </a:xfrm>
            <a:custGeom>
              <a:avLst/>
              <a:gdLst/>
              <a:ahLst/>
              <a:cxnLst/>
              <a:rect l="l" t="t" r="r" b="b"/>
              <a:pathLst>
                <a:path w="1541779" h="1744979">
                  <a:moveTo>
                    <a:pt x="769872" y="1744862"/>
                  </a:moveTo>
                  <a:lnTo>
                    <a:pt x="140292" y="1570450"/>
                  </a:lnTo>
                  <a:lnTo>
                    <a:pt x="0" y="24"/>
                  </a:lnTo>
                  <a:lnTo>
                    <a:pt x="1541618" y="0"/>
                  </a:lnTo>
                  <a:lnTo>
                    <a:pt x="1401234" y="1570185"/>
                  </a:lnTo>
                  <a:lnTo>
                    <a:pt x="769872" y="1744862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608809" y="3468447"/>
              <a:ext cx="630555" cy="1483360"/>
            </a:xfrm>
            <a:custGeom>
              <a:avLst/>
              <a:gdLst/>
              <a:ahLst/>
              <a:cxnLst/>
              <a:rect l="l" t="t" r="r" b="b"/>
              <a:pathLst>
                <a:path w="630554" h="1483360">
                  <a:moveTo>
                    <a:pt x="0" y="1482919"/>
                  </a:moveTo>
                  <a:lnTo>
                    <a:pt x="0" y="0"/>
                  </a:lnTo>
                  <a:lnTo>
                    <a:pt x="630184" y="18"/>
                  </a:lnTo>
                  <a:lnTo>
                    <a:pt x="510166" y="1341816"/>
                  </a:lnTo>
                  <a:lnTo>
                    <a:pt x="0" y="1482919"/>
                  </a:lnTo>
                  <a:close/>
                </a:path>
              </a:pathLst>
            </a:custGeom>
            <a:solidFill>
              <a:srgbClr val="296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124852" y="3661041"/>
              <a:ext cx="484505" cy="1090930"/>
            </a:xfrm>
            <a:custGeom>
              <a:avLst/>
              <a:gdLst/>
              <a:ahLst/>
              <a:cxnLst/>
              <a:rect l="l" t="t" r="r" b="b"/>
              <a:pathLst>
                <a:path w="484504" h="1090929">
                  <a:moveTo>
                    <a:pt x="483946" y="890079"/>
                  </a:moveTo>
                  <a:lnTo>
                    <a:pt x="483108" y="890320"/>
                  </a:lnTo>
                  <a:lnTo>
                    <a:pt x="268160" y="832370"/>
                  </a:lnTo>
                  <a:lnTo>
                    <a:pt x="254419" y="678764"/>
                  </a:lnTo>
                  <a:lnTo>
                    <a:pt x="60667" y="678764"/>
                  </a:lnTo>
                  <a:lnTo>
                    <a:pt x="87706" y="981214"/>
                  </a:lnTo>
                  <a:lnTo>
                    <a:pt x="483044" y="1090726"/>
                  </a:lnTo>
                  <a:lnTo>
                    <a:pt x="483946" y="1090485"/>
                  </a:lnTo>
                  <a:lnTo>
                    <a:pt x="483946" y="890320"/>
                  </a:lnTo>
                  <a:lnTo>
                    <a:pt x="483946" y="890079"/>
                  </a:lnTo>
                  <a:close/>
                </a:path>
                <a:path w="484504" h="1090929">
                  <a:moveTo>
                    <a:pt x="483946" y="389890"/>
                  </a:moveTo>
                  <a:lnTo>
                    <a:pt x="34759" y="389890"/>
                  </a:lnTo>
                  <a:lnTo>
                    <a:pt x="52044" y="582447"/>
                  </a:lnTo>
                  <a:lnTo>
                    <a:pt x="483946" y="582447"/>
                  </a:lnTo>
                  <a:lnTo>
                    <a:pt x="483946" y="389890"/>
                  </a:lnTo>
                  <a:close/>
                </a:path>
                <a:path w="484504" h="1090929">
                  <a:moveTo>
                    <a:pt x="483946" y="0"/>
                  </a:moveTo>
                  <a:lnTo>
                    <a:pt x="0" y="0"/>
                  </a:lnTo>
                  <a:lnTo>
                    <a:pt x="17538" y="192620"/>
                  </a:lnTo>
                  <a:lnTo>
                    <a:pt x="483946" y="192620"/>
                  </a:lnTo>
                  <a:lnTo>
                    <a:pt x="48394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08144" y="3661030"/>
              <a:ext cx="483870" cy="1090930"/>
            </a:xfrm>
            <a:custGeom>
              <a:avLst/>
              <a:gdLst/>
              <a:ahLst/>
              <a:cxnLst/>
              <a:rect l="l" t="t" r="r" b="b"/>
              <a:pathLst>
                <a:path w="483870" h="1090929">
                  <a:moveTo>
                    <a:pt x="0" y="1090614"/>
                  </a:moveTo>
                  <a:lnTo>
                    <a:pt x="0" y="890270"/>
                  </a:lnTo>
                  <a:lnTo>
                    <a:pt x="215258" y="832253"/>
                  </a:lnTo>
                  <a:lnTo>
                    <a:pt x="237678" y="582456"/>
                  </a:lnTo>
                  <a:lnTo>
                    <a:pt x="0" y="582456"/>
                  </a:lnTo>
                  <a:lnTo>
                    <a:pt x="0" y="389892"/>
                  </a:lnTo>
                  <a:lnTo>
                    <a:pt x="254418" y="389892"/>
                  </a:lnTo>
                  <a:lnTo>
                    <a:pt x="271943" y="192624"/>
                  </a:lnTo>
                  <a:lnTo>
                    <a:pt x="0" y="192624"/>
                  </a:lnTo>
                  <a:lnTo>
                    <a:pt x="0" y="0"/>
                  </a:lnTo>
                  <a:lnTo>
                    <a:pt x="483455" y="0"/>
                  </a:lnTo>
                  <a:lnTo>
                    <a:pt x="448646" y="389892"/>
                  </a:lnTo>
                  <a:lnTo>
                    <a:pt x="443932" y="441577"/>
                  </a:lnTo>
                  <a:lnTo>
                    <a:pt x="395647" y="981215"/>
                  </a:lnTo>
                  <a:lnTo>
                    <a:pt x="0" y="1090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770"/>
              </a:lnSpc>
              <a:spcBef>
                <a:spcPts val="100"/>
              </a:spcBef>
            </a:pPr>
            <a:r>
              <a:rPr spc="-265" dirty="0"/>
              <a:t>PROJECT</a:t>
            </a:r>
          </a:p>
          <a:p>
            <a:pPr algn="ctr">
              <a:lnSpc>
                <a:spcPts val="7130"/>
              </a:lnSpc>
            </a:pPr>
            <a:r>
              <a:rPr sz="6000" b="1" dirty="0">
                <a:solidFill>
                  <a:srgbClr val="201CBD"/>
                </a:solidFill>
                <a:latin typeface="Roboto Cn"/>
                <a:cs typeface="Roboto Cn"/>
              </a:rPr>
              <a:t>TOOLS</a:t>
            </a:r>
            <a:r>
              <a:rPr sz="6000" b="1" spc="185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6000" b="1" dirty="0">
                <a:solidFill>
                  <a:srgbClr val="201CBD"/>
                </a:solidFill>
                <a:latin typeface="Roboto Cn"/>
                <a:cs typeface="Roboto Cn"/>
              </a:rPr>
              <a:t>AND</a:t>
            </a:r>
            <a:r>
              <a:rPr sz="6000" b="1" spc="190" dirty="0">
                <a:solidFill>
                  <a:srgbClr val="201CBD"/>
                </a:solidFill>
                <a:latin typeface="Roboto Cn"/>
                <a:cs typeface="Roboto Cn"/>
              </a:rPr>
              <a:t> </a:t>
            </a:r>
            <a:r>
              <a:rPr sz="6000" b="1" spc="-10" dirty="0">
                <a:solidFill>
                  <a:srgbClr val="201CBD"/>
                </a:solidFill>
                <a:latin typeface="Roboto Cn"/>
                <a:cs typeface="Roboto Cn"/>
              </a:rPr>
              <a:t>TECHNOLOGIES</a:t>
            </a:r>
            <a:endParaRPr sz="6000">
              <a:latin typeface="Roboto Cn"/>
              <a:cs typeface="Roboto Cn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71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91279" y="4875938"/>
            <a:ext cx="7259955" cy="2522220"/>
            <a:chOff x="1491279" y="4875938"/>
            <a:chExt cx="7259955" cy="2522220"/>
          </a:xfrm>
        </p:grpSpPr>
        <p:sp>
          <p:nvSpPr>
            <p:cNvPr id="4" name="object 4"/>
            <p:cNvSpPr/>
            <p:nvPr/>
          </p:nvSpPr>
          <p:spPr>
            <a:xfrm>
              <a:off x="1491279" y="4875938"/>
              <a:ext cx="7259955" cy="2522220"/>
            </a:xfrm>
            <a:custGeom>
              <a:avLst/>
              <a:gdLst/>
              <a:ahLst/>
              <a:cxnLst/>
              <a:rect l="l" t="t" r="r" b="b"/>
              <a:pathLst>
                <a:path w="7259955" h="2522220">
                  <a:moveTo>
                    <a:pt x="291352" y="2521758"/>
                  </a:moveTo>
                  <a:lnTo>
                    <a:pt x="249604" y="2516363"/>
                  </a:lnTo>
                  <a:lnTo>
                    <a:pt x="209268" y="2505422"/>
                  </a:lnTo>
                  <a:lnTo>
                    <a:pt x="170889" y="2489257"/>
                  </a:lnTo>
                  <a:lnTo>
                    <a:pt x="135017" y="2468188"/>
                  </a:lnTo>
                  <a:lnTo>
                    <a:pt x="102196" y="2442536"/>
                  </a:lnTo>
                  <a:lnTo>
                    <a:pt x="72974" y="2412624"/>
                  </a:lnTo>
                  <a:lnTo>
                    <a:pt x="47899" y="2378773"/>
                  </a:lnTo>
                  <a:lnTo>
                    <a:pt x="27517" y="2341302"/>
                  </a:lnTo>
                  <a:lnTo>
                    <a:pt x="12375" y="2300535"/>
                  </a:lnTo>
                  <a:lnTo>
                    <a:pt x="3020" y="2256792"/>
                  </a:lnTo>
                  <a:lnTo>
                    <a:pt x="0" y="2210394"/>
                  </a:lnTo>
                  <a:lnTo>
                    <a:pt x="12624" y="382159"/>
                  </a:lnTo>
                  <a:lnTo>
                    <a:pt x="16285" y="335807"/>
                  </a:lnTo>
                  <a:lnTo>
                    <a:pt x="26243" y="292198"/>
                  </a:lnTo>
                  <a:lnTo>
                    <a:pt x="41946" y="251644"/>
                  </a:lnTo>
                  <a:lnTo>
                    <a:pt x="62843" y="214459"/>
                  </a:lnTo>
                  <a:lnTo>
                    <a:pt x="88384" y="180957"/>
                  </a:lnTo>
                  <a:lnTo>
                    <a:pt x="118015" y="151453"/>
                  </a:lnTo>
                  <a:lnTo>
                    <a:pt x="151187" y="126258"/>
                  </a:lnTo>
                  <a:lnTo>
                    <a:pt x="187348" y="105688"/>
                  </a:lnTo>
                  <a:lnTo>
                    <a:pt x="225945" y="90055"/>
                  </a:lnTo>
                  <a:lnTo>
                    <a:pt x="266429" y="79673"/>
                  </a:lnTo>
                  <a:lnTo>
                    <a:pt x="308247" y="74857"/>
                  </a:lnTo>
                  <a:lnTo>
                    <a:pt x="350849" y="75919"/>
                  </a:lnTo>
                  <a:lnTo>
                    <a:pt x="393682" y="83173"/>
                  </a:lnTo>
                  <a:lnTo>
                    <a:pt x="436196" y="96933"/>
                  </a:lnTo>
                  <a:lnTo>
                    <a:pt x="477839" y="117513"/>
                  </a:lnTo>
                  <a:lnTo>
                    <a:pt x="1333676" y="620165"/>
                  </a:lnTo>
                  <a:lnTo>
                    <a:pt x="1335492" y="357205"/>
                  </a:lnTo>
                  <a:lnTo>
                    <a:pt x="1339153" y="310854"/>
                  </a:lnTo>
                  <a:lnTo>
                    <a:pt x="1349111" y="267244"/>
                  </a:lnTo>
                  <a:lnTo>
                    <a:pt x="1364814" y="226690"/>
                  </a:lnTo>
                  <a:lnTo>
                    <a:pt x="1385712" y="189506"/>
                  </a:lnTo>
                  <a:lnTo>
                    <a:pt x="1411252" y="156004"/>
                  </a:lnTo>
                  <a:lnTo>
                    <a:pt x="1440884" y="126499"/>
                  </a:lnTo>
                  <a:lnTo>
                    <a:pt x="1474056" y="101305"/>
                  </a:lnTo>
                  <a:lnTo>
                    <a:pt x="1510216" y="80735"/>
                  </a:lnTo>
                  <a:lnTo>
                    <a:pt x="1548814" y="65102"/>
                  </a:lnTo>
                  <a:lnTo>
                    <a:pt x="1589297" y="54721"/>
                  </a:lnTo>
                  <a:lnTo>
                    <a:pt x="1631116" y="49904"/>
                  </a:lnTo>
                  <a:lnTo>
                    <a:pt x="1673717" y="50966"/>
                  </a:lnTo>
                  <a:lnTo>
                    <a:pt x="1716551" y="58221"/>
                  </a:lnTo>
                  <a:lnTo>
                    <a:pt x="1759064" y="71981"/>
                  </a:lnTo>
                  <a:lnTo>
                    <a:pt x="1800707" y="92561"/>
                  </a:lnTo>
                  <a:lnTo>
                    <a:pt x="2698918" y="620101"/>
                  </a:lnTo>
                  <a:lnTo>
                    <a:pt x="2701077" y="307301"/>
                  </a:lnTo>
                  <a:lnTo>
                    <a:pt x="2704738" y="260949"/>
                  </a:lnTo>
                  <a:lnTo>
                    <a:pt x="2714696" y="217339"/>
                  </a:lnTo>
                  <a:lnTo>
                    <a:pt x="2730399" y="176785"/>
                  </a:lnTo>
                  <a:lnTo>
                    <a:pt x="2751297" y="139601"/>
                  </a:lnTo>
                  <a:lnTo>
                    <a:pt x="2776837" y="106100"/>
                  </a:lnTo>
                  <a:lnTo>
                    <a:pt x="2806469" y="76595"/>
                  </a:lnTo>
                  <a:lnTo>
                    <a:pt x="2839641" y="51400"/>
                  </a:lnTo>
                  <a:lnTo>
                    <a:pt x="2875801" y="30830"/>
                  </a:lnTo>
                  <a:lnTo>
                    <a:pt x="2914399" y="15197"/>
                  </a:lnTo>
                  <a:lnTo>
                    <a:pt x="2954883" y="4816"/>
                  </a:lnTo>
                  <a:lnTo>
                    <a:pt x="2996701" y="0"/>
                  </a:lnTo>
                  <a:lnTo>
                    <a:pt x="3039302" y="1062"/>
                  </a:lnTo>
                  <a:lnTo>
                    <a:pt x="3082136" y="8316"/>
                  </a:lnTo>
                  <a:lnTo>
                    <a:pt x="3124649" y="22076"/>
                  </a:lnTo>
                  <a:lnTo>
                    <a:pt x="3166292" y="42656"/>
                  </a:lnTo>
                  <a:lnTo>
                    <a:pt x="4044708" y="558571"/>
                  </a:lnTo>
                  <a:lnTo>
                    <a:pt x="4046444" y="307302"/>
                  </a:lnTo>
                  <a:lnTo>
                    <a:pt x="4050105" y="260951"/>
                  </a:lnTo>
                  <a:lnTo>
                    <a:pt x="4060062" y="217341"/>
                  </a:lnTo>
                  <a:lnTo>
                    <a:pt x="4075766" y="176787"/>
                  </a:lnTo>
                  <a:lnTo>
                    <a:pt x="4096663" y="139602"/>
                  </a:lnTo>
                  <a:lnTo>
                    <a:pt x="4122204" y="106101"/>
                  </a:lnTo>
                  <a:lnTo>
                    <a:pt x="4151835" y="76596"/>
                  </a:lnTo>
                  <a:lnTo>
                    <a:pt x="4185007" y="51402"/>
                  </a:lnTo>
                  <a:lnTo>
                    <a:pt x="4221168" y="30831"/>
                  </a:lnTo>
                  <a:lnTo>
                    <a:pt x="4259765" y="15199"/>
                  </a:lnTo>
                  <a:lnTo>
                    <a:pt x="4300249" y="4817"/>
                  </a:lnTo>
                  <a:lnTo>
                    <a:pt x="4342067" y="1"/>
                  </a:lnTo>
                  <a:lnTo>
                    <a:pt x="4384669" y="1063"/>
                  </a:lnTo>
                  <a:lnTo>
                    <a:pt x="4427502" y="8318"/>
                  </a:lnTo>
                  <a:lnTo>
                    <a:pt x="4470016" y="22078"/>
                  </a:lnTo>
                  <a:lnTo>
                    <a:pt x="4511659" y="42658"/>
                  </a:lnTo>
                  <a:lnTo>
                    <a:pt x="5067011" y="368829"/>
                  </a:lnTo>
                  <a:lnTo>
                    <a:pt x="5067435" y="307304"/>
                  </a:lnTo>
                  <a:lnTo>
                    <a:pt x="5071096" y="260952"/>
                  </a:lnTo>
                  <a:lnTo>
                    <a:pt x="5081054" y="217342"/>
                  </a:lnTo>
                  <a:lnTo>
                    <a:pt x="5096758" y="176788"/>
                  </a:lnTo>
                  <a:lnTo>
                    <a:pt x="5117655" y="139604"/>
                  </a:lnTo>
                  <a:lnTo>
                    <a:pt x="5143196" y="106102"/>
                  </a:lnTo>
                  <a:lnTo>
                    <a:pt x="5172827" y="76598"/>
                  </a:lnTo>
                  <a:lnTo>
                    <a:pt x="5205999" y="51403"/>
                  </a:lnTo>
                  <a:lnTo>
                    <a:pt x="5242160" y="30833"/>
                  </a:lnTo>
                  <a:lnTo>
                    <a:pt x="5280758" y="15200"/>
                  </a:lnTo>
                  <a:lnTo>
                    <a:pt x="5321241" y="4819"/>
                  </a:lnTo>
                  <a:lnTo>
                    <a:pt x="5363060" y="2"/>
                  </a:lnTo>
                  <a:lnTo>
                    <a:pt x="5405661" y="1065"/>
                  </a:lnTo>
                  <a:lnTo>
                    <a:pt x="5448494" y="8319"/>
                  </a:lnTo>
                  <a:lnTo>
                    <a:pt x="5491008" y="22079"/>
                  </a:lnTo>
                  <a:lnTo>
                    <a:pt x="5532651" y="42659"/>
                  </a:lnTo>
                  <a:lnTo>
                    <a:pt x="7107699" y="967724"/>
                  </a:lnTo>
                  <a:lnTo>
                    <a:pt x="7145961" y="994073"/>
                  </a:lnTo>
                  <a:lnTo>
                    <a:pt x="7178703" y="1024512"/>
                  </a:lnTo>
                  <a:lnTo>
                    <a:pt x="7205929" y="1058404"/>
                  </a:lnTo>
                  <a:lnTo>
                    <a:pt x="7227644" y="1095116"/>
                  </a:lnTo>
                  <a:lnTo>
                    <a:pt x="7243851" y="1134012"/>
                  </a:lnTo>
                  <a:lnTo>
                    <a:pt x="7254556" y="1174457"/>
                  </a:lnTo>
                  <a:lnTo>
                    <a:pt x="7259763" y="1215817"/>
                  </a:lnTo>
                  <a:lnTo>
                    <a:pt x="7259475" y="1257456"/>
                  </a:lnTo>
                  <a:lnTo>
                    <a:pt x="7253698" y="1298740"/>
                  </a:lnTo>
                  <a:lnTo>
                    <a:pt x="7242436" y="1339033"/>
                  </a:lnTo>
                  <a:lnTo>
                    <a:pt x="7225693" y="1377702"/>
                  </a:lnTo>
                  <a:lnTo>
                    <a:pt x="7203474" y="1414110"/>
                  </a:lnTo>
                  <a:lnTo>
                    <a:pt x="7175782" y="1447623"/>
                  </a:lnTo>
                  <a:lnTo>
                    <a:pt x="7142623" y="1477606"/>
                  </a:lnTo>
                  <a:lnTo>
                    <a:pt x="7104001" y="1503424"/>
                  </a:lnTo>
                  <a:lnTo>
                    <a:pt x="5516328" y="2406595"/>
                  </a:lnTo>
                  <a:lnTo>
                    <a:pt x="5474405" y="2426596"/>
                  </a:lnTo>
                  <a:lnTo>
                    <a:pt x="5431705" y="2439767"/>
                  </a:lnTo>
                  <a:lnTo>
                    <a:pt x="5388776" y="2446428"/>
                  </a:lnTo>
                  <a:lnTo>
                    <a:pt x="5346164" y="2446900"/>
                  </a:lnTo>
                  <a:lnTo>
                    <a:pt x="5304416" y="2441505"/>
                  </a:lnTo>
                  <a:lnTo>
                    <a:pt x="5264080" y="2430564"/>
                  </a:lnTo>
                  <a:lnTo>
                    <a:pt x="5225701" y="2414398"/>
                  </a:lnTo>
                  <a:lnTo>
                    <a:pt x="5189828" y="2393329"/>
                  </a:lnTo>
                  <a:lnTo>
                    <a:pt x="5157008" y="2367678"/>
                  </a:lnTo>
                  <a:lnTo>
                    <a:pt x="5127786" y="2337766"/>
                  </a:lnTo>
                  <a:lnTo>
                    <a:pt x="5102711" y="2303914"/>
                  </a:lnTo>
                  <a:lnTo>
                    <a:pt x="5082329" y="2266444"/>
                  </a:lnTo>
                  <a:lnTo>
                    <a:pt x="5067187" y="2225677"/>
                  </a:lnTo>
                  <a:lnTo>
                    <a:pt x="5057832" y="2181934"/>
                  </a:lnTo>
                  <a:lnTo>
                    <a:pt x="5054811" y="2135536"/>
                  </a:lnTo>
                  <a:lnTo>
                    <a:pt x="5055138" y="2088144"/>
                  </a:lnTo>
                  <a:lnTo>
                    <a:pt x="4495337" y="2406595"/>
                  </a:lnTo>
                  <a:lnTo>
                    <a:pt x="4453414" y="2426596"/>
                  </a:lnTo>
                  <a:lnTo>
                    <a:pt x="4410714" y="2439767"/>
                  </a:lnTo>
                  <a:lnTo>
                    <a:pt x="4367784" y="2446428"/>
                  </a:lnTo>
                  <a:lnTo>
                    <a:pt x="4325172" y="2446900"/>
                  </a:lnTo>
                  <a:lnTo>
                    <a:pt x="4283425" y="2441505"/>
                  </a:lnTo>
                  <a:lnTo>
                    <a:pt x="4243088" y="2430564"/>
                  </a:lnTo>
                  <a:lnTo>
                    <a:pt x="4204710" y="2414398"/>
                  </a:lnTo>
                  <a:lnTo>
                    <a:pt x="4168837" y="2393329"/>
                  </a:lnTo>
                  <a:lnTo>
                    <a:pt x="4136016" y="2367678"/>
                  </a:lnTo>
                  <a:lnTo>
                    <a:pt x="4106795" y="2337766"/>
                  </a:lnTo>
                  <a:lnTo>
                    <a:pt x="4081719" y="2303914"/>
                  </a:lnTo>
                  <a:lnTo>
                    <a:pt x="4061337" y="2266444"/>
                  </a:lnTo>
                  <a:lnTo>
                    <a:pt x="4046195" y="2225677"/>
                  </a:lnTo>
                  <a:lnTo>
                    <a:pt x="4036840" y="2181934"/>
                  </a:lnTo>
                  <a:lnTo>
                    <a:pt x="4033820" y="2135536"/>
                  </a:lnTo>
                  <a:lnTo>
                    <a:pt x="4035427" y="1902892"/>
                  </a:lnTo>
                  <a:lnTo>
                    <a:pt x="3149971" y="2406596"/>
                  </a:lnTo>
                  <a:lnTo>
                    <a:pt x="3108048" y="2426598"/>
                  </a:lnTo>
                  <a:lnTo>
                    <a:pt x="3065348" y="2439768"/>
                  </a:lnTo>
                  <a:lnTo>
                    <a:pt x="3022419" y="2446429"/>
                  </a:lnTo>
                  <a:lnTo>
                    <a:pt x="2979807" y="2446901"/>
                  </a:lnTo>
                  <a:lnTo>
                    <a:pt x="2938059" y="2441506"/>
                  </a:lnTo>
                  <a:lnTo>
                    <a:pt x="2897723" y="2430565"/>
                  </a:lnTo>
                  <a:lnTo>
                    <a:pt x="2859344" y="2414400"/>
                  </a:lnTo>
                  <a:lnTo>
                    <a:pt x="2823471" y="2393331"/>
                  </a:lnTo>
                  <a:lnTo>
                    <a:pt x="2790651" y="2367680"/>
                  </a:lnTo>
                  <a:lnTo>
                    <a:pt x="2761429" y="2337768"/>
                  </a:lnTo>
                  <a:lnTo>
                    <a:pt x="2736354" y="2303916"/>
                  </a:lnTo>
                  <a:lnTo>
                    <a:pt x="2715972" y="2266446"/>
                  </a:lnTo>
                  <a:lnTo>
                    <a:pt x="2700830" y="2225678"/>
                  </a:lnTo>
                  <a:lnTo>
                    <a:pt x="2691475" y="2181935"/>
                  </a:lnTo>
                  <a:lnTo>
                    <a:pt x="2688454" y="2135537"/>
                  </a:lnTo>
                  <a:lnTo>
                    <a:pt x="2689794" y="1941446"/>
                  </a:lnTo>
                  <a:lnTo>
                    <a:pt x="1784386" y="2456502"/>
                  </a:lnTo>
                  <a:lnTo>
                    <a:pt x="1742463" y="2476503"/>
                  </a:lnTo>
                  <a:lnTo>
                    <a:pt x="1699763" y="2489674"/>
                  </a:lnTo>
                  <a:lnTo>
                    <a:pt x="1656834" y="2496335"/>
                  </a:lnTo>
                  <a:lnTo>
                    <a:pt x="1614222" y="2496807"/>
                  </a:lnTo>
                  <a:lnTo>
                    <a:pt x="1572474" y="2491412"/>
                  </a:lnTo>
                  <a:lnTo>
                    <a:pt x="1532137" y="2480471"/>
                  </a:lnTo>
                  <a:lnTo>
                    <a:pt x="1493759" y="2464305"/>
                  </a:lnTo>
                  <a:lnTo>
                    <a:pt x="1457886" y="2443236"/>
                  </a:lnTo>
                  <a:lnTo>
                    <a:pt x="1425065" y="2417585"/>
                  </a:lnTo>
                  <a:lnTo>
                    <a:pt x="1395844" y="2387673"/>
                  </a:lnTo>
                  <a:lnTo>
                    <a:pt x="1370769" y="2353821"/>
                  </a:lnTo>
                  <a:lnTo>
                    <a:pt x="1350387" y="2316351"/>
                  </a:lnTo>
                  <a:lnTo>
                    <a:pt x="1335245" y="2275583"/>
                  </a:lnTo>
                  <a:lnTo>
                    <a:pt x="1325890" y="2231840"/>
                  </a:lnTo>
                  <a:lnTo>
                    <a:pt x="1322869" y="2185442"/>
                  </a:lnTo>
                  <a:lnTo>
                    <a:pt x="1324214" y="1990698"/>
                  </a:lnTo>
                  <a:lnTo>
                    <a:pt x="461516" y="2481453"/>
                  </a:lnTo>
                  <a:lnTo>
                    <a:pt x="419593" y="2501454"/>
                  </a:lnTo>
                  <a:lnTo>
                    <a:pt x="376893" y="2514625"/>
                  </a:lnTo>
                  <a:lnTo>
                    <a:pt x="333964" y="2521286"/>
                  </a:lnTo>
                  <a:lnTo>
                    <a:pt x="291352" y="2521758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5199" y="5832313"/>
              <a:ext cx="6289040" cy="624205"/>
            </a:xfrm>
            <a:custGeom>
              <a:avLst/>
              <a:gdLst/>
              <a:ahLst/>
              <a:cxnLst/>
              <a:rect l="l" t="t" r="r" b="b"/>
              <a:pathLst>
                <a:path w="6289040" h="624204">
                  <a:moveTo>
                    <a:pt x="424474" y="617935"/>
                  </a:moveTo>
                  <a:lnTo>
                    <a:pt x="366319" y="615941"/>
                  </a:lnTo>
                  <a:lnTo>
                    <a:pt x="311706" y="610021"/>
                  </a:lnTo>
                  <a:lnTo>
                    <a:pt x="260828" y="600265"/>
                  </a:lnTo>
                  <a:lnTo>
                    <a:pt x="213879" y="586766"/>
                  </a:lnTo>
                  <a:lnTo>
                    <a:pt x="171052" y="569614"/>
                  </a:lnTo>
                  <a:lnTo>
                    <a:pt x="132539" y="548899"/>
                  </a:lnTo>
                  <a:lnTo>
                    <a:pt x="98535" y="524714"/>
                  </a:lnTo>
                  <a:lnTo>
                    <a:pt x="69232" y="497149"/>
                  </a:lnTo>
                  <a:lnTo>
                    <a:pt x="44823" y="466296"/>
                  </a:lnTo>
                  <a:lnTo>
                    <a:pt x="25503" y="432245"/>
                  </a:lnTo>
                  <a:lnTo>
                    <a:pt x="11463" y="395087"/>
                  </a:lnTo>
                  <a:lnTo>
                    <a:pt x="2898" y="354914"/>
                  </a:lnTo>
                  <a:lnTo>
                    <a:pt x="0" y="311817"/>
                  </a:lnTo>
                  <a:lnTo>
                    <a:pt x="3147" y="267164"/>
                  </a:lnTo>
                  <a:lnTo>
                    <a:pt x="3197" y="266457"/>
                  </a:lnTo>
                  <a:lnTo>
                    <a:pt x="12638" y="224123"/>
                  </a:lnTo>
                  <a:lnTo>
                    <a:pt x="28092" y="184987"/>
                  </a:lnTo>
                  <a:lnTo>
                    <a:pt x="49332" y="149228"/>
                  </a:lnTo>
                  <a:lnTo>
                    <a:pt x="76128" y="117018"/>
                  </a:lnTo>
                  <a:lnTo>
                    <a:pt x="108252" y="88535"/>
                  </a:lnTo>
                  <a:lnTo>
                    <a:pt x="145475" y="63952"/>
                  </a:lnTo>
                  <a:lnTo>
                    <a:pt x="187569" y="43446"/>
                  </a:lnTo>
                  <a:lnTo>
                    <a:pt x="234303" y="27192"/>
                  </a:lnTo>
                  <a:lnTo>
                    <a:pt x="285451" y="15365"/>
                  </a:lnTo>
                  <a:lnTo>
                    <a:pt x="341262" y="8077"/>
                  </a:lnTo>
                  <a:lnTo>
                    <a:pt x="342300" y="8077"/>
                  </a:lnTo>
                  <a:lnTo>
                    <a:pt x="400069" y="5693"/>
                  </a:lnTo>
                  <a:lnTo>
                    <a:pt x="454580" y="8077"/>
                  </a:lnTo>
                  <a:lnTo>
                    <a:pt x="506139" y="15098"/>
                  </a:lnTo>
                  <a:lnTo>
                    <a:pt x="554381" y="26554"/>
                  </a:lnTo>
                  <a:lnTo>
                    <a:pt x="598939" y="42245"/>
                  </a:lnTo>
                  <a:lnTo>
                    <a:pt x="639447" y="61971"/>
                  </a:lnTo>
                  <a:lnTo>
                    <a:pt x="675540" y="85533"/>
                  </a:lnTo>
                  <a:lnTo>
                    <a:pt x="706851" y="112728"/>
                  </a:lnTo>
                  <a:lnTo>
                    <a:pt x="733014" y="143359"/>
                  </a:lnTo>
                  <a:lnTo>
                    <a:pt x="740417" y="155500"/>
                  </a:lnTo>
                  <a:lnTo>
                    <a:pt x="405770" y="155500"/>
                  </a:lnTo>
                  <a:lnTo>
                    <a:pt x="350494" y="160464"/>
                  </a:lnTo>
                  <a:lnTo>
                    <a:pt x="303191" y="174859"/>
                  </a:lnTo>
                  <a:lnTo>
                    <a:pt x="264788" y="197939"/>
                  </a:lnTo>
                  <a:lnTo>
                    <a:pt x="236211" y="228956"/>
                  </a:lnTo>
                  <a:lnTo>
                    <a:pt x="218385" y="267164"/>
                  </a:lnTo>
                  <a:lnTo>
                    <a:pt x="212238" y="311817"/>
                  </a:lnTo>
                  <a:lnTo>
                    <a:pt x="217311" y="350468"/>
                  </a:lnTo>
                  <a:lnTo>
                    <a:pt x="256021" y="413331"/>
                  </a:lnTo>
                  <a:lnTo>
                    <a:pt x="288405" y="436602"/>
                  </a:lnTo>
                  <a:lnTo>
                    <a:pt x="328640" y="453806"/>
                  </a:lnTo>
                  <a:lnTo>
                    <a:pt x="376101" y="464474"/>
                  </a:lnTo>
                  <a:lnTo>
                    <a:pt x="430160" y="468134"/>
                  </a:lnTo>
                  <a:lnTo>
                    <a:pt x="788418" y="468134"/>
                  </a:lnTo>
                  <a:lnTo>
                    <a:pt x="772169" y="490555"/>
                  </a:lnTo>
                  <a:lnTo>
                    <a:pt x="744076" y="519002"/>
                  </a:lnTo>
                  <a:lnTo>
                    <a:pt x="711012" y="544216"/>
                  </a:lnTo>
                  <a:lnTo>
                    <a:pt x="673268" y="566023"/>
                  </a:lnTo>
                  <a:lnTo>
                    <a:pt x="631133" y="584252"/>
                  </a:lnTo>
                  <a:lnTo>
                    <a:pt x="584897" y="598730"/>
                  </a:lnTo>
                  <a:lnTo>
                    <a:pt x="534848" y="609285"/>
                  </a:lnTo>
                  <a:lnTo>
                    <a:pt x="481278" y="615744"/>
                  </a:lnTo>
                  <a:lnTo>
                    <a:pt x="424474" y="617935"/>
                  </a:lnTo>
                  <a:close/>
                </a:path>
                <a:path w="6289040" h="624204">
                  <a:moveTo>
                    <a:pt x="575721" y="254826"/>
                  </a:moveTo>
                  <a:lnTo>
                    <a:pt x="552706" y="213545"/>
                  </a:lnTo>
                  <a:lnTo>
                    <a:pt x="514829" y="182264"/>
                  </a:lnTo>
                  <a:lnTo>
                    <a:pt x="464911" y="162432"/>
                  </a:lnTo>
                  <a:lnTo>
                    <a:pt x="405770" y="155500"/>
                  </a:lnTo>
                  <a:lnTo>
                    <a:pt x="740417" y="155500"/>
                  </a:lnTo>
                  <a:lnTo>
                    <a:pt x="753663" y="177223"/>
                  </a:lnTo>
                  <a:lnTo>
                    <a:pt x="768432" y="214122"/>
                  </a:lnTo>
                  <a:lnTo>
                    <a:pt x="575721" y="254826"/>
                  </a:lnTo>
                  <a:close/>
                </a:path>
                <a:path w="6289040" h="624204">
                  <a:moveTo>
                    <a:pt x="788418" y="468134"/>
                  </a:moveTo>
                  <a:lnTo>
                    <a:pt x="430160" y="468134"/>
                  </a:lnTo>
                  <a:lnTo>
                    <a:pt x="489440" y="462910"/>
                  </a:lnTo>
                  <a:lnTo>
                    <a:pt x="540404" y="447838"/>
                  </a:lnTo>
                  <a:lnTo>
                    <a:pt x="581568" y="423817"/>
                  </a:lnTo>
                  <a:lnTo>
                    <a:pt x="611452" y="391746"/>
                  </a:lnTo>
                  <a:lnTo>
                    <a:pt x="628572" y="352523"/>
                  </a:lnTo>
                  <a:lnTo>
                    <a:pt x="823735" y="387535"/>
                  </a:lnTo>
                  <a:lnTo>
                    <a:pt x="812289" y="424649"/>
                  </a:lnTo>
                  <a:lnTo>
                    <a:pt x="795004" y="459046"/>
                  </a:lnTo>
                  <a:lnTo>
                    <a:pt x="788418" y="468134"/>
                  </a:lnTo>
                  <a:close/>
                </a:path>
                <a:path w="6289040" h="624204">
                  <a:moveTo>
                    <a:pt x="1089627" y="603280"/>
                  </a:moveTo>
                  <a:lnTo>
                    <a:pt x="877392" y="603280"/>
                  </a:lnTo>
                  <a:lnTo>
                    <a:pt x="877392" y="20352"/>
                  </a:lnTo>
                  <a:lnTo>
                    <a:pt x="1089629" y="20352"/>
                  </a:lnTo>
                  <a:lnTo>
                    <a:pt x="1089629" y="227141"/>
                  </a:lnTo>
                  <a:lnTo>
                    <a:pt x="1623048" y="227141"/>
                  </a:lnTo>
                  <a:lnTo>
                    <a:pt x="1623048" y="371247"/>
                  </a:lnTo>
                  <a:lnTo>
                    <a:pt x="1089627" y="371247"/>
                  </a:lnTo>
                  <a:lnTo>
                    <a:pt x="1089627" y="603280"/>
                  </a:lnTo>
                  <a:close/>
                </a:path>
                <a:path w="6289040" h="624204">
                  <a:moveTo>
                    <a:pt x="1623048" y="227141"/>
                  </a:moveTo>
                  <a:lnTo>
                    <a:pt x="1410825" y="227141"/>
                  </a:lnTo>
                  <a:lnTo>
                    <a:pt x="1410825" y="20352"/>
                  </a:lnTo>
                  <a:lnTo>
                    <a:pt x="1623048" y="20352"/>
                  </a:lnTo>
                  <a:lnTo>
                    <a:pt x="1623048" y="227141"/>
                  </a:lnTo>
                  <a:close/>
                </a:path>
                <a:path w="6289040" h="624204">
                  <a:moveTo>
                    <a:pt x="1623048" y="603280"/>
                  </a:moveTo>
                  <a:lnTo>
                    <a:pt x="1410825" y="603280"/>
                  </a:lnTo>
                  <a:lnTo>
                    <a:pt x="1410825" y="371247"/>
                  </a:lnTo>
                  <a:lnTo>
                    <a:pt x="1623048" y="371247"/>
                  </a:lnTo>
                  <a:lnTo>
                    <a:pt x="1623048" y="603280"/>
                  </a:lnTo>
                  <a:close/>
                </a:path>
                <a:path w="6289040" h="624204">
                  <a:moveTo>
                    <a:pt x="2326437" y="603280"/>
                  </a:moveTo>
                  <a:lnTo>
                    <a:pt x="1704376" y="603280"/>
                  </a:lnTo>
                  <a:lnTo>
                    <a:pt x="1704376" y="20352"/>
                  </a:lnTo>
                  <a:lnTo>
                    <a:pt x="2318312" y="20352"/>
                  </a:lnTo>
                  <a:lnTo>
                    <a:pt x="2318312" y="152249"/>
                  </a:lnTo>
                  <a:lnTo>
                    <a:pt x="1910103" y="152249"/>
                  </a:lnTo>
                  <a:lnTo>
                    <a:pt x="1910103" y="249943"/>
                  </a:lnTo>
                  <a:lnTo>
                    <a:pt x="2285783" y="249943"/>
                  </a:lnTo>
                  <a:lnTo>
                    <a:pt x="2285783" y="363113"/>
                  </a:lnTo>
                  <a:lnTo>
                    <a:pt x="1910103" y="363113"/>
                  </a:lnTo>
                  <a:lnTo>
                    <a:pt x="1910103" y="471398"/>
                  </a:lnTo>
                  <a:lnTo>
                    <a:pt x="2326437" y="471398"/>
                  </a:lnTo>
                  <a:lnTo>
                    <a:pt x="2326437" y="603280"/>
                  </a:lnTo>
                  <a:close/>
                </a:path>
                <a:path w="6289040" h="624204">
                  <a:moveTo>
                    <a:pt x="2789935" y="617935"/>
                  </a:moveTo>
                  <a:lnTo>
                    <a:pt x="2731780" y="615941"/>
                  </a:lnTo>
                  <a:lnTo>
                    <a:pt x="2677167" y="610021"/>
                  </a:lnTo>
                  <a:lnTo>
                    <a:pt x="2626289" y="600265"/>
                  </a:lnTo>
                  <a:lnTo>
                    <a:pt x="2579340" y="586766"/>
                  </a:lnTo>
                  <a:lnTo>
                    <a:pt x="2536512" y="569614"/>
                  </a:lnTo>
                  <a:lnTo>
                    <a:pt x="2498000" y="548899"/>
                  </a:lnTo>
                  <a:lnTo>
                    <a:pt x="2463995" y="524714"/>
                  </a:lnTo>
                  <a:lnTo>
                    <a:pt x="2434692" y="497149"/>
                  </a:lnTo>
                  <a:lnTo>
                    <a:pt x="2410284" y="466296"/>
                  </a:lnTo>
                  <a:lnTo>
                    <a:pt x="2390963" y="432245"/>
                  </a:lnTo>
                  <a:lnTo>
                    <a:pt x="2376924" y="395087"/>
                  </a:lnTo>
                  <a:lnTo>
                    <a:pt x="2368358" y="354914"/>
                  </a:lnTo>
                  <a:lnTo>
                    <a:pt x="2365460" y="311817"/>
                  </a:lnTo>
                  <a:lnTo>
                    <a:pt x="2368608" y="267164"/>
                  </a:lnTo>
                  <a:lnTo>
                    <a:pt x="2378098" y="224123"/>
                  </a:lnTo>
                  <a:lnTo>
                    <a:pt x="2393553" y="184987"/>
                  </a:lnTo>
                  <a:lnTo>
                    <a:pt x="2414792" y="149228"/>
                  </a:lnTo>
                  <a:lnTo>
                    <a:pt x="2441589" y="117018"/>
                  </a:lnTo>
                  <a:lnTo>
                    <a:pt x="2473713" y="88535"/>
                  </a:lnTo>
                  <a:lnTo>
                    <a:pt x="2510936" y="63952"/>
                  </a:lnTo>
                  <a:lnTo>
                    <a:pt x="2553029" y="43446"/>
                  </a:lnTo>
                  <a:lnTo>
                    <a:pt x="2599764" y="27192"/>
                  </a:lnTo>
                  <a:lnTo>
                    <a:pt x="2650912" y="15365"/>
                  </a:lnTo>
                  <a:lnTo>
                    <a:pt x="2706723" y="8078"/>
                  </a:lnTo>
                  <a:lnTo>
                    <a:pt x="2707761" y="8078"/>
                  </a:lnTo>
                  <a:lnTo>
                    <a:pt x="2765530" y="5693"/>
                  </a:lnTo>
                  <a:lnTo>
                    <a:pt x="2820041" y="8078"/>
                  </a:lnTo>
                  <a:lnTo>
                    <a:pt x="2871600" y="15098"/>
                  </a:lnTo>
                  <a:lnTo>
                    <a:pt x="2919842" y="26554"/>
                  </a:lnTo>
                  <a:lnTo>
                    <a:pt x="2964400" y="42245"/>
                  </a:lnTo>
                  <a:lnTo>
                    <a:pt x="3004908" y="61971"/>
                  </a:lnTo>
                  <a:lnTo>
                    <a:pt x="3041001" y="85533"/>
                  </a:lnTo>
                  <a:lnTo>
                    <a:pt x="3072311" y="112728"/>
                  </a:lnTo>
                  <a:lnTo>
                    <a:pt x="3098474" y="143359"/>
                  </a:lnTo>
                  <a:lnTo>
                    <a:pt x="3105877" y="155500"/>
                  </a:lnTo>
                  <a:lnTo>
                    <a:pt x="2771231" y="155500"/>
                  </a:lnTo>
                  <a:lnTo>
                    <a:pt x="2715954" y="160464"/>
                  </a:lnTo>
                  <a:lnTo>
                    <a:pt x="2668652" y="174859"/>
                  </a:lnTo>
                  <a:lnTo>
                    <a:pt x="2630249" y="197939"/>
                  </a:lnTo>
                  <a:lnTo>
                    <a:pt x="2601671" y="228956"/>
                  </a:lnTo>
                  <a:lnTo>
                    <a:pt x="2583846" y="267164"/>
                  </a:lnTo>
                  <a:lnTo>
                    <a:pt x="2577698" y="311817"/>
                  </a:lnTo>
                  <a:lnTo>
                    <a:pt x="2582772" y="350468"/>
                  </a:lnTo>
                  <a:lnTo>
                    <a:pt x="2621481" y="413331"/>
                  </a:lnTo>
                  <a:lnTo>
                    <a:pt x="2653865" y="436602"/>
                  </a:lnTo>
                  <a:lnTo>
                    <a:pt x="2694101" y="453806"/>
                  </a:lnTo>
                  <a:lnTo>
                    <a:pt x="2741561" y="464474"/>
                  </a:lnTo>
                  <a:lnTo>
                    <a:pt x="2795621" y="468134"/>
                  </a:lnTo>
                  <a:lnTo>
                    <a:pt x="3153884" y="468134"/>
                  </a:lnTo>
                  <a:lnTo>
                    <a:pt x="3137636" y="490555"/>
                  </a:lnTo>
                  <a:lnTo>
                    <a:pt x="3109543" y="519002"/>
                  </a:lnTo>
                  <a:lnTo>
                    <a:pt x="3076479" y="544216"/>
                  </a:lnTo>
                  <a:lnTo>
                    <a:pt x="3038734" y="566023"/>
                  </a:lnTo>
                  <a:lnTo>
                    <a:pt x="2996597" y="584252"/>
                  </a:lnTo>
                  <a:lnTo>
                    <a:pt x="2950360" y="598730"/>
                  </a:lnTo>
                  <a:lnTo>
                    <a:pt x="2900310" y="609285"/>
                  </a:lnTo>
                  <a:lnTo>
                    <a:pt x="2846739" y="615744"/>
                  </a:lnTo>
                  <a:lnTo>
                    <a:pt x="2789935" y="617935"/>
                  </a:lnTo>
                  <a:close/>
                </a:path>
                <a:path w="6289040" h="624204">
                  <a:moveTo>
                    <a:pt x="2941182" y="254826"/>
                  </a:moveTo>
                  <a:lnTo>
                    <a:pt x="2918167" y="213545"/>
                  </a:lnTo>
                  <a:lnTo>
                    <a:pt x="2880290" y="182264"/>
                  </a:lnTo>
                  <a:lnTo>
                    <a:pt x="2830371" y="162432"/>
                  </a:lnTo>
                  <a:lnTo>
                    <a:pt x="2771231" y="155500"/>
                  </a:lnTo>
                  <a:lnTo>
                    <a:pt x="3105877" y="155500"/>
                  </a:lnTo>
                  <a:lnTo>
                    <a:pt x="3119123" y="177223"/>
                  </a:lnTo>
                  <a:lnTo>
                    <a:pt x="3133893" y="214122"/>
                  </a:lnTo>
                  <a:lnTo>
                    <a:pt x="2941182" y="254826"/>
                  </a:lnTo>
                  <a:close/>
                </a:path>
                <a:path w="6289040" h="624204">
                  <a:moveTo>
                    <a:pt x="3153884" y="468134"/>
                  </a:moveTo>
                  <a:lnTo>
                    <a:pt x="2795621" y="468134"/>
                  </a:lnTo>
                  <a:lnTo>
                    <a:pt x="2854901" y="462910"/>
                  </a:lnTo>
                  <a:lnTo>
                    <a:pt x="2905864" y="447838"/>
                  </a:lnTo>
                  <a:lnTo>
                    <a:pt x="2947029" y="423817"/>
                  </a:lnTo>
                  <a:lnTo>
                    <a:pt x="2976913" y="391746"/>
                  </a:lnTo>
                  <a:lnTo>
                    <a:pt x="2994033" y="352523"/>
                  </a:lnTo>
                  <a:lnTo>
                    <a:pt x="3189196" y="387535"/>
                  </a:lnTo>
                  <a:lnTo>
                    <a:pt x="3177753" y="424649"/>
                  </a:lnTo>
                  <a:lnTo>
                    <a:pt x="3160469" y="459046"/>
                  </a:lnTo>
                  <a:lnTo>
                    <a:pt x="3153884" y="468134"/>
                  </a:lnTo>
                  <a:close/>
                </a:path>
                <a:path w="6289040" h="624204">
                  <a:moveTo>
                    <a:pt x="4349564" y="623640"/>
                  </a:moveTo>
                  <a:lnTo>
                    <a:pt x="4292185" y="621457"/>
                  </a:lnTo>
                  <a:lnTo>
                    <a:pt x="4238043" y="615020"/>
                  </a:lnTo>
                  <a:lnTo>
                    <a:pt x="4187373" y="604499"/>
                  </a:lnTo>
                  <a:lnTo>
                    <a:pt x="4140411" y="590062"/>
                  </a:lnTo>
                  <a:lnTo>
                    <a:pt x="4097393" y="571878"/>
                  </a:lnTo>
                  <a:lnTo>
                    <a:pt x="4058554" y="550117"/>
                  </a:lnTo>
                  <a:lnTo>
                    <a:pt x="4024129" y="524948"/>
                  </a:lnTo>
                  <a:lnTo>
                    <a:pt x="3994354" y="496539"/>
                  </a:lnTo>
                  <a:lnTo>
                    <a:pt x="3969465" y="465059"/>
                  </a:lnTo>
                  <a:lnTo>
                    <a:pt x="3949697" y="430678"/>
                  </a:lnTo>
                  <a:lnTo>
                    <a:pt x="3935285" y="393565"/>
                  </a:lnTo>
                  <a:lnTo>
                    <a:pt x="3926465" y="353888"/>
                  </a:lnTo>
                  <a:lnTo>
                    <a:pt x="3923473" y="311817"/>
                  </a:lnTo>
                  <a:lnTo>
                    <a:pt x="3926465" y="269745"/>
                  </a:lnTo>
                  <a:lnTo>
                    <a:pt x="3935285" y="230069"/>
                  </a:lnTo>
                  <a:lnTo>
                    <a:pt x="3949697" y="192956"/>
                  </a:lnTo>
                  <a:lnTo>
                    <a:pt x="3969465" y="158575"/>
                  </a:lnTo>
                  <a:lnTo>
                    <a:pt x="3994354" y="127096"/>
                  </a:lnTo>
                  <a:lnTo>
                    <a:pt x="4024129" y="98688"/>
                  </a:lnTo>
                  <a:lnTo>
                    <a:pt x="4058553" y="73519"/>
                  </a:lnTo>
                  <a:lnTo>
                    <a:pt x="4097392" y="51759"/>
                  </a:lnTo>
                  <a:lnTo>
                    <a:pt x="4140411" y="33576"/>
                  </a:lnTo>
                  <a:lnTo>
                    <a:pt x="4187372" y="19140"/>
                  </a:lnTo>
                  <a:lnTo>
                    <a:pt x="4238042" y="8619"/>
                  </a:lnTo>
                  <a:lnTo>
                    <a:pt x="4292185" y="2183"/>
                  </a:lnTo>
                  <a:lnTo>
                    <a:pt x="4349564" y="0"/>
                  </a:lnTo>
                  <a:lnTo>
                    <a:pt x="4407122" y="2183"/>
                  </a:lnTo>
                  <a:lnTo>
                    <a:pt x="4461414" y="8619"/>
                  </a:lnTo>
                  <a:lnTo>
                    <a:pt x="4512209" y="19140"/>
                  </a:lnTo>
                  <a:lnTo>
                    <a:pt x="4559272" y="33576"/>
                  </a:lnTo>
                  <a:lnTo>
                    <a:pt x="4602372" y="51759"/>
                  </a:lnTo>
                  <a:lnTo>
                    <a:pt x="4641273" y="73519"/>
                  </a:lnTo>
                  <a:lnTo>
                    <a:pt x="4675745" y="98688"/>
                  </a:lnTo>
                  <a:lnTo>
                    <a:pt x="4705553" y="127096"/>
                  </a:lnTo>
                  <a:lnTo>
                    <a:pt x="4723524" y="149806"/>
                  </a:lnTo>
                  <a:lnTo>
                    <a:pt x="4349562" y="149806"/>
                  </a:lnTo>
                  <a:lnTo>
                    <a:pt x="4297523" y="153696"/>
                  </a:lnTo>
                  <a:lnTo>
                    <a:pt x="4251342" y="164977"/>
                  </a:lnTo>
                  <a:lnTo>
                    <a:pt x="4211802" y="183065"/>
                  </a:lnTo>
                  <a:lnTo>
                    <a:pt x="4179686" y="207377"/>
                  </a:lnTo>
                  <a:lnTo>
                    <a:pt x="4155776" y="237328"/>
                  </a:lnTo>
                  <a:lnTo>
                    <a:pt x="4135709" y="311817"/>
                  </a:lnTo>
                  <a:lnTo>
                    <a:pt x="4140857" y="351298"/>
                  </a:lnTo>
                  <a:lnTo>
                    <a:pt x="4179685" y="416261"/>
                  </a:lnTo>
                  <a:lnTo>
                    <a:pt x="4211801" y="440576"/>
                  </a:lnTo>
                  <a:lnTo>
                    <a:pt x="4251341" y="458667"/>
                  </a:lnTo>
                  <a:lnTo>
                    <a:pt x="4297523" y="469950"/>
                  </a:lnTo>
                  <a:lnTo>
                    <a:pt x="4349562" y="473840"/>
                  </a:lnTo>
                  <a:lnTo>
                    <a:pt x="4723515" y="473840"/>
                  </a:lnTo>
                  <a:lnTo>
                    <a:pt x="4705553" y="496539"/>
                  </a:lnTo>
                  <a:lnTo>
                    <a:pt x="4675746" y="524948"/>
                  </a:lnTo>
                  <a:lnTo>
                    <a:pt x="4641274" y="550117"/>
                  </a:lnTo>
                  <a:lnTo>
                    <a:pt x="4602372" y="571878"/>
                  </a:lnTo>
                  <a:lnTo>
                    <a:pt x="4559273" y="590062"/>
                  </a:lnTo>
                  <a:lnTo>
                    <a:pt x="4512209" y="604499"/>
                  </a:lnTo>
                  <a:lnTo>
                    <a:pt x="4461415" y="615020"/>
                  </a:lnTo>
                  <a:lnTo>
                    <a:pt x="4407122" y="621457"/>
                  </a:lnTo>
                  <a:lnTo>
                    <a:pt x="4349564" y="623640"/>
                  </a:lnTo>
                  <a:close/>
                </a:path>
                <a:path w="6289040" h="624204">
                  <a:moveTo>
                    <a:pt x="3455089" y="603280"/>
                  </a:moveTo>
                  <a:lnTo>
                    <a:pt x="3242853" y="603280"/>
                  </a:lnTo>
                  <a:lnTo>
                    <a:pt x="3242854" y="20352"/>
                  </a:lnTo>
                  <a:lnTo>
                    <a:pt x="3455091" y="20352"/>
                  </a:lnTo>
                  <a:lnTo>
                    <a:pt x="3455091" y="233658"/>
                  </a:lnTo>
                  <a:lnTo>
                    <a:pt x="3718355" y="233658"/>
                  </a:lnTo>
                  <a:lnTo>
                    <a:pt x="3689286" y="258078"/>
                  </a:lnTo>
                  <a:lnTo>
                    <a:pt x="3790640" y="381015"/>
                  </a:lnTo>
                  <a:lnTo>
                    <a:pt x="3542909" y="381015"/>
                  </a:lnTo>
                  <a:lnTo>
                    <a:pt x="3455089" y="455113"/>
                  </a:lnTo>
                  <a:lnTo>
                    <a:pt x="3455089" y="603280"/>
                  </a:lnTo>
                  <a:close/>
                </a:path>
                <a:path w="6289040" h="624204">
                  <a:moveTo>
                    <a:pt x="3718355" y="233658"/>
                  </a:moveTo>
                  <a:lnTo>
                    <a:pt x="3456721" y="233658"/>
                  </a:lnTo>
                  <a:lnTo>
                    <a:pt x="3705550" y="20352"/>
                  </a:lnTo>
                  <a:lnTo>
                    <a:pt x="3972268" y="20352"/>
                  </a:lnTo>
                  <a:lnTo>
                    <a:pt x="3718355" y="233658"/>
                  </a:lnTo>
                  <a:close/>
                </a:path>
                <a:path w="6289040" h="624204">
                  <a:moveTo>
                    <a:pt x="4723515" y="473840"/>
                  </a:moveTo>
                  <a:lnTo>
                    <a:pt x="4349562" y="473840"/>
                  </a:lnTo>
                  <a:lnTo>
                    <a:pt x="4401652" y="469950"/>
                  </a:lnTo>
                  <a:lnTo>
                    <a:pt x="4447953" y="458667"/>
                  </a:lnTo>
                  <a:lnTo>
                    <a:pt x="4487654" y="440576"/>
                  </a:lnTo>
                  <a:lnTo>
                    <a:pt x="4519943" y="416261"/>
                  </a:lnTo>
                  <a:lnTo>
                    <a:pt x="4544011" y="386307"/>
                  </a:lnTo>
                  <a:lnTo>
                    <a:pt x="4559047" y="351298"/>
                  </a:lnTo>
                  <a:lnTo>
                    <a:pt x="4564239" y="311817"/>
                  </a:lnTo>
                  <a:lnTo>
                    <a:pt x="4559047" y="272336"/>
                  </a:lnTo>
                  <a:lnTo>
                    <a:pt x="4544011" y="237328"/>
                  </a:lnTo>
                  <a:lnTo>
                    <a:pt x="4519943" y="207377"/>
                  </a:lnTo>
                  <a:lnTo>
                    <a:pt x="4487653" y="183065"/>
                  </a:lnTo>
                  <a:lnTo>
                    <a:pt x="4447953" y="164977"/>
                  </a:lnTo>
                  <a:lnTo>
                    <a:pt x="4401652" y="153696"/>
                  </a:lnTo>
                  <a:lnTo>
                    <a:pt x="4349562" y="149806"/>
                  </a:lnTo>
                  <a:lnTo>
                    <a:pt x="4723524" y="149806"/>
                  </a:lnTo>
                  <a:lnTo>
                    <a:pt x="4750245" y="192956"/>
                  </a:lnTo>
                  <a:lnTo>
                    <a:pt x="4764663" y="230069"/>
                  </a:lnTo>
                  <a:lnTo>
                    <a:pt x="4773484" y="269745"/>
                  </a:lnTo>
                  <a:lnTo>
                    <a:pt x="4776477" y="311817"/>
                  </a:lnTo>
                  <a:lnTo>
                    <a:pt x="4773484" y="353888"/>
                  </a:lnTo>
                  <a:lnTo>
                    <a:pt x="4764663" y="393565"/>
                  </a:lnTo>
                  <a:lnTo>
                    <a:pt x="4750245" y="430678"/>
                  </a:lnTo>
                  <a:lnTo>
                    <a:pt x="4730464" y="465059"/>
                  </a:lnTo>
                  <a:lnTo>
                    <a:pt x="4723515" y="473840"/>
                  </a:lnTo>
                  <a:close/>
                </a:path>
                <a:path w="6289040" h="624204">
                  <a:moveTo>
                    <a:pt x="3973885" y="603280"/>
                  </a:moveTo>
                  <a:lnTo>
                    <a:pt x="3716114" y="603280"/>
                  </a:lnTo>
                  <a:lnTo>
                    <a:pt x="3542909" y="381015"/>
                  </a:lnTo>
                  <a:lnTo>
                    <a:pt x="3790640" y="381015"/>
                  </a:lnTo>
                  <a:lnTo>
                    <a:pt x="3973885" y="603280"/>
                  </a:lnTo>
                  <a:close/>
                </a:path>
                <a:path w="6289040" h="624204">
                  <a:moveTo>
                    <a:pt x="5209074" y="617932"/>
                  </a:moveTo>
                  <a:lnTo>
                    <a:pt x="5152349" y="615840"/>
                  </a:lnTo>
                  <a:lnTo>
                    <a:pt x="5099771" y="609610"/>
                  </a:lnTo>
                  <a:lnTo>
                    <a:pt x="5051490" y="599310"/>
                  </a:lnTo>
                  <a:lnTo>
                    <a:pt x="5007656" y="585007"/>
                  </a:lnTo>
                  <a:lnTo>
                    <a:pt x="4968418" y="566768"/>
                  </a:lnTo>
                  <a:lnTo>
                    <a:pt x="4933927" y="544663"/>
                  </a:lnTo>
                  <a:lnTo>
                    <a:pt x="4904331" y="518758"/>
                  </a:lnTo>
                  <a:lnTo>
                    <a:pt x="4879781" y="489122"/>
                  </a:lnTo>
                  <a:lnTo>
                    <a:pt x="4860425" y="455822"/>
                  </a:lnTo>
                  <a:lnTo>
                    <a:pt x="4846415" y="418926"/>
                  </a:lnTo>
                  <a:lnTo>
                    <a:pt x="4837899" y="378502"/>
                  </a:lnTo>
                  <a:lnTo>
                    <a:pt x="4835027" y="334617"/>
                  </a:lnTo>
                  <a:lnTo>
                    <a:pt x="4835027" y="20352"/>
                  </a:lnTo>
                  <a:lnTo>
                    <a:pt x="5047249" y="20352"/>
                  </a:lnTo>
                  <a:lnTo>
                    <a:pt x="5047249" y="323216"/>
                  </a:lnTo>
                  <a:lnTo>
                    <a:pt x="5054562" y="374130"/>
                  </a:lnTo>
                  <a:lnTo>
                    <a:pt x="5075692" y="413592"/>
                  </a:lnTo>
                  <a:lnTo>
                    <a:pt x="5109430" y="441681"/>
                  </a:lnTo>
                  <a:lnTo>
                    <a:pt x="5154564" y="458477"/>
                  </a:lnTo>
                  <a:lnTo>
                    <a:pt x="5209883" y="464057"/>
                  </a:lnTo>
                  <a:lnTo>
                    <a:pt x="5553070" y="464057"/>
                  </a:lnTo>
                  <a:lnTo>
                    <a:pt x="5538552" y="489122"/>
                  </a:lnTo>
                  <a:lnTo>
                    <a:pt x="5514068" y="518758"/>
                  </a:lnTo>
                  <a:lnTo>
                    <a:pt x="5484531" y="544663"/>
                  </a:lnTo>
                  <a:lnTo>
                    <a:pt x="5450081" y="566768"/>
                  </a:lnTo>
                  <a:lnTo>
                    <a:pt x="5410859" y="585007"/>
                  </a:lnTo>
                  <a:lnTo>
                    <a:pt x="5367006" y="599310"/>
                  </a:lnTo>
                  <a:lnTo>
                    <a:pt x="5318663" y="609610"/>
                  </a:lnTo>
                  <a:lnTo>
                    <a:pt x="5265972" y="615840"/>
                  </a:lnTo>
                  <a:lnTo>
                    <a:pt x="5209074" y="617932"/>
                  </a:lnTo>
                  <a:close/>
                </a:path>
                <a:path w="6289040" h="624204">
                  <a:moveTo>
                    <a:pt x="5553070" y="464057"/>
                  </a:moveTo>
                  <a:lnTo>
                    <a:pt x="5209883" y="464057"/>
                  </a:lnTo>
                  <a:lnTo>
                    <a:pt x="5265124" y="458477"/>
                  </a:lnTo>
                  <a:lnTo>
                    <a:pt x="5310058" y="441681"/>
                  </a:lnTo>
                  <a:lnTo>
                    <a:pt x="5343554" y="413592"/>
                  </a:lnTo>
                  <a:lnTo>
                    <a:pt x="5364481" y="374130"/>
                  </a:lnTo>
                  <a:lnTo>
                    <a:pt x="5371708" y="323216"/>
                  </a:lnTo>
                  <a:lnTo>
                    <a:pt x="5371708" y="20352"/>
                  </a:lnTo>
                  <a:lnTo>
                    <a:pt x="5583123" y="20352"/>
                  </a:lnTo>
                  <a:lnTo>
                    <a:pt x="5583123" y="334617"/>
                  </a:lnTo>
                  <a:lnTo>
                    <a:pt x="5580267" y="378502"/>
                  </a:lnTo>
                  <a:lnTo>
                    <a:pt x="5571792" y="418926"/>
                  </a:lnTo>
                  <a:lnTo>
                    <a:pt x="5557840" y="455822"/>
                  </a:lnTo>
                  <a:lnTo>
                    <a:pt x="5553070" y="464057"/>
                  </a:lnTo>
                  <a:close/>
                </a:path>
                <a:path w="6289040" h="624204">
                  <a:moveTo>
                    <a:pt x="6288950" y="170152"/>
                  </a:moveTo>
                  <a:lnTo>
                    <a:pt x="5622971" y="170152"/>
                  </a:lnTo>
                  <a:lnTo>
                    <a:pt x="5622971" y="20352"/>
                  </a:lnTo>
                  <a:lnTo>
                    <a:pt x="6288950" y="20352"/>
                  </a:lnTo>
                  <a:lnTo>
                    <a:pt x="6288950" y="170152"/>
                  </a:lnTo>
                  <a:close/>
                </a:path>
                <a:path w="6289040" h="624204">
                  <a:moveTo>
                    <a:pt x="6062079" y="603280"/>
                  </a:moveTo>
                  <a:lnTo>
                    <a:pt x="5849842" y="603280"/>
                  </a:lnTo>
                  <a:lnTo>
                    <a:pt x="5849841" y="170152"/>
                  </a:lnTo>
                  <a:lnTo>
                    <a:pt x="6062079" y="170152"/>
                  </a:lnTo>
                  <a:lnTo>
                    <a:pt x="6062079" y="60328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6000" y="932180"/>
            <a:ext cx="150622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50" dirty="0">
                <a:solidFill>
                  <a:srgbClr val="45A3DD"/>
                </a:solidFill>
                <a:latin typeface="Roboto Cn"/>
                <a:cs typeface="Roboto Cn"/>
              </a:rPr>
              <a:t>CHECKOUT</a:t>
            </a:r>
            <a:r>
              <a:rPr lang="en-IN" sz="9600" b="1" spc="50" dirty="0">
                <a:solidFill>
                  <a:srgbClr val="45A3DD"/>
                </a:solidFill>
                <a:latin typeface="Roboto Cn"/>
                <a:cs typeface="Roboto Cn"/>
              </a:rPr>
              <a:t>  </a:t>
            </a:r>
            <a:r>
              <a:rPr sz="9600" b="1" spc="-30" dirty="0">
                <a:solidFill>
                  <a:srgbClr val="254DE3"/>
                </a:solidFill>
                <a:latin typeface="Roboto Cn"/>
                <a:cs typeface="Roboto Cn"/>
              </a:rPr>
              <a:t>EDUWISE</a:t>
            </a:r>
            <a:endParaRPr sz="9600" dirty="0">
              <a:latin typeface="Roboto Cn"/>
              <a:cs typeface="Roboto C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0452" y="3029429"/>
            <a:ext cx="46412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4500" u="heavy" spc="-305" dirty="0">
                <a:solidFill>
                  <a:srgbClr val="45A3DD"/>
                </a:solidFill>
                <a:uFill>
                  <a:solidFill>
                    <a:srgbClr val="45A3DD"/>
                  </a:solidFill>
                </a:uFill>
                <a:latin typeface="Trebuchet MS"/>
                <a:cs typeface="Trebuchet MS"/>
                <a:hlinkClick r:id="rId2"/>
              </a:rPr>
              <a:t>Live</a:t>
            </a:r>
            <a:r>
              <a:rPr sz="4500" dirty="0">
                <a:solidFill>
                  <a:srgbClr val="45A3DD"/>
                </a:solidFill>
                <a:latin typeface="Trebuchet MS"/>
                <a:cs typeface="Trebuchet MS"/>
              </a:rPr>
              <a:t>	</a:t>
            </a:r>
            <a:r>
              <a:rPr sz="4500" u="heavy" spc="-175" dirty="0">
                <a:solidFill>
                  <a:srgbClr val="254DE3"/>
                </a:solidFill>
                <a:uFill>
                  <a:solidFill>
                    <a:srgbClr val="254DE3"/>
                  </a:solidFill>
                </a:uFill>
                <a:latin typeface="Trebuchet MS"/>
                <a:cs typeface="Trebuchet MS"/>
                <a:hlinkClick r:id="rId3"/>
              </a:rPr>
              <a:t>Source</a:t>
            </a:r>
            <a:r>
              <a:rPr sz="4500" u="heavy" spc="-305" dirty="0">
                <a:solidFill>
                  <a:srgbClr val="254DE3"/>
                </a:solidFill>
                <a:uFill>
                  <a:solidFill>
                    <a:srgbClr val="254DE3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4500" u="heavy" spc="-150" dirty="0">
                <a:solidFill>
                  <a:srgbClr val="254DE3"/>
                </a:solidFill>
                <a:uFill>
                  <a:solidFill>
                    <a:srgbClr val="254DE3"/>
                  </a:solidFill>
                </a:uFill>
                <a:latin typeface="Trebuchet MS"/>
                <a:cs typeface="Trebuchet MS"/>
                <a:hlinkClick r:id="rId3"/>
              </a:rPr>
              <a:t>code</a:t>
            </a:r>
            <a:endParaRPr sz="4500" dirty="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28700" y="9067800"/>
            <a:ext cx="14071600" cy="190500"/>
            <a:chOff x="1028700" y="9067800"/>
            <a:chExt cx="14071600" cy="190500"/>
          </a:xfrm>
        </p:grpSpPr>
        <p:sp>
          <p:nvSpPr>
            <p:cNvPr id="9" name="object 9"/>
            <p:cNvSpPr/>
            <p:nvPr/>
          </p:nvSpPr>
          <p:spPr>
            <a:xfrm>
              <a:off x="1028700" y="9067800"/>
              <a:ext cx="4610735" cy="190500"/>
            </a:xfrm>
            <a:custGeom>
              <a:avLst/>
              <a:gdLst/>
              <a:ahLst/>
              <a:cxnLst/>
              <a:rect l="l" t="t" r="r" b="b"/>
              <a:pathLst>
                <a:path w="4610735" h="190500">
                  <a:moveTo>
                    <a:pt x="0" y="0"/>
                  </a:moveTo>
                  <a:lnTo>
                    <a:pt x="4610129" y="0"/>
                  </a:lnTo>
                  <a:lnTo>
                    <a:pt x="461012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40168" y="9067800"/>
              <a:ext cx="4810760" cy="190500"/>
            </a:xfrm>
            <a:custGeom>
              <a:avLst/>
              <a:gdLst/>
              <a:ahLst/>
              <a:cxnLst/>
              <a:rect l="l" t="t" r="r" b="b"/>
              <a:pathLst>
                <a:path w="4810759" h="190500">
                  <a:moveTo>
                    <a:pt x="0" y="0"/>
                  </a:moveTo>
                  <a:lnTo>
                    <a:pt x="4810215" y="0"/>
                  </a:lnTo>
                  <a:lnTo>
                    <a:pt x="4810215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4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451574" y="9067800"/>
              <a:ext cx="4648835" cy="190500"/>
            </a:xfrm>
            <a:custGeom>
              <a:avLst/>
              <a:gdLst/>
              <a:ahLst/>
              <a:cxnLst/>
              <a:rect l="l" t="t" r="r" b="b"/>
              <a:pathLst>
                <a:path w="4648834" h="190500">
                  <a:moveTo>
                    <a:pt x="0" y="0"/>
                  </a:moveTo>
                  <a:lnTo>
                    <a:pt x="4648249" y="0"/>
                  </a:lnTo>
                  <a:lnTo>
                    <a:pt x="4648249" y="190499"/>
                  </a:lnTo>
                  <a:lnTo>
                    <a:pt x="0" y="190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A3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54"/>
              </a:lnSpc>
            </a:pPr>
            <a:r>
              <a:rPr spc="-155" dirty="0"/>
              <a:t>page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71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105" dirty="0">
                <a:solidFill>
                  <a:srgbClr val="000000"/>
                </a:solidFill>
                <a:latin typeface="Roboto Cn"/>
                <a:cs typeface="Roboto Cn"/>
              </a:rPr>
              <a:t>THANK</a:t>
            </a:r>
            <a:r>
              <a:rPr sz="9600" b="1" spc="100" dirty="0">
                <a:solidFill>
                  <a:srgbClr val="000000"/>
                </a:solidFill>
                <a:latin typeface="Roboto Cn"/>
                <a:cs typeface="Roboto Cn"/>
              </a:rPr>
              <a:t> </a:t>
            </a:r>
            <a:r>
              <a:rPr sz="9600" b="1" spc="-35" dirty="0">
                <a:solidFill>
                  <a:srgbClr val="000000"/>
                </a:solidFill>
                <a:latin typeface="Roboto Cn"/>
                <a:cs typeface="Roboto Cn"/>
              </a:rPr>
              <a:t>YOU</a:t>
            </a:r>
            <a:endParaRPr sz="9600">
              <a:latin typeface="Roboto Cn"/>
              <a:cs typeface="Roboto C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 rot="10800000" flipV="1">
            <a:off x="1904999" y="7078522"/>
            <a:ext cx="9675197" cy="1772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3685">
              <a:lnSpc>
                <a:spcPct val="115799"/>
              </a:lnSpc>
              <a:spcBef>
                <a:spcPts val="100"/>
              </a:spcBef>
            </a:pPr>
            <a:r>
              <a:rPr sz="3400" spc="-135" dirty="0">
                <a:latin typeface="Verdana"/>
                <a:cs typeface="Verdana"/>
              </a:rPr>
              <a:t>"Front-</a:t>
            </a:r>
            <a:r>
              <a:rPr sz="3400" spc="-110" dirty="0">
                <a:latin typeface="Verdana"/>
                <a:cs typeface="Verdana"/>
              </a:rPr>
              <a:t>end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95" dirty="0">
                <a:latin typeface="Verdana"/>
                <a:cs typeface="Verdana"/>
              </a:rPr>
              <a:t>developers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90" dirty="0">
                <a:latin typeface="Verdana"/>
                <a:cs typeface="Verdana"/>
              </a:rPr>
              <a:t>breathe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life</a:t>
            </a:r>
            <a:r>
              <a:rPr sz="3400" spc="-240" dirty="0">
                <a:latin typeface="Verdana"/>
                <a:cs typeface="Verdana"/>
              </a:rPr>
              <a:t> </a:t>
            </a:r>
            <a:r>
              <a:rPr sz="3400" spc="-120" dirty="0">
                <a:latin typeface="Verdana"/>
                <a:cs typeface="Verdana"/>
              </a:rPr>
              <a:t>into</a:t>
            </a:r>
            <a:r>
              <a:rPr sz="3400" spc="-23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ideas, </a:t>
            </a:r>
            <a:r>
              <a:rPr sz="3400" spc="-95" dirty="0">
                <a:latin typeface="Verdana"/>
                <a:cs typeface="Verdana"/>
              </a:rPr>
              <a:t>transforming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85" dirty="0">
                <a:latin typeface="Verdana"/>
                <a:cs typeface="Verdana"/>
              </a:rPr>
              <a:t>concepts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120" dirty="0">
                <a:latin typeface="Verdana"/>
                <a:cs typeface="Verdana"/>
              </a:rPr>
              <a:t>into</a:t>
            </a:r>
            <a:r>
              <a:rPr sz="3400" spc="-225" dirty="0">
                <a:latin typeface="Verdana"/>
                <a:cs typeface="Verdana"/>
              </a:rPr>
              <a:t> </a:t>
            </a:r>
            <a:r>
              <a:rPr sz="3400" spc="-114" dirty="0">
                <a:latin typeface="Verdana"/>
                <a:cs typeface="Verdana"/>
              </a:rPr>
              <a:t>interactive</a:t>
            </a:r>
            <a:r>
              <a:rPr sz="3400" spc="-220" dirty="0">
                <a:latin typeface="Verdana"/>
                <a:cs typeface="Verdana"/>
              </a:rPr>
              <a:t> </a:t>
            </a:r>
            <a:r>
              <a:rPr sz="3400" spc="-135" dirty="0">
                <a:latin typeface="Verdana"/>
                <a:cs typeface="Verdana"/>
              </a:rPr>
              <a:t>realities."</a:t>
            </a:r>
            <a:endParaRPr sz="34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22016" y="305045"/>
            <a:ext cx="9966325" cy="9982200"/>
          </a:xfrm>
          <a:custGeom>
            <a:avLst/>
            <a:gdLst/>
            <a:ahLst/>
            <a:cxnLst/>
            <a:rect l="l" t="t" r="r" b="b"/>
            <a:pathLst>
              <a:path w="9966325" h="9982200">
                <a:moveTo>
                  <a:pt x="9965982" y="0"/>
                </a:moveTo>
                <a:lnTo>
                  <a:pt x="9965982" y="9981954"/>
                </a:lnTo>
                <a:lnTo>
                  <a:pt x="0" y="9981954"/>
                </a:lnTo>
                <a:lnTo>
                  <a:pt x="9965982" y="0"/>
                </a:lnTo>
                <a:close/>
              </a:path>
            </a:pathLst>
          </a:custGeom>
          <a:solidFill>
            <a:srgbClr val="79537D">
              <a:alpha val="97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380</Words>
  <Application>Microsoft Office PowerPoint</Application>
  <PresentationFormat>Custom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Gelasio</vt:lpstr>
      <vt:lpstr>Roboto Cn</vt:lpstr>
      <vt:lpstr>Roboto Lt</vt:lpstr>
      <vt:lpstr>Tahoma</vt:lpstr>
      <vt:lpstr>Trebuchet MS</vt:lpstr>
      <vt:lpstr>Verdana</vt:lpstr>
      <vt:lpstr>Office Theme</vt:lpstr>
      <vt:lpstr>PowerPoint Presentation</vt:lpstr>
      <vt:lpstr>ABOUT WHO ARE WE ?</vt:lpstr>
      <vt:lpstr>Dream job finder</vt:lpstr>
      <vt:lpstr>THIS PROJECT ?</vt:lpstr>
      <vt:lpstr>IDEOLOGY</vt:lpstr>
      <vt:lpstr>PowerPoint Presentation</vt:lpstr>
      <vt:lpstr>Jobs </vt:lpstr>
      <vt:lpstr>Login Page</vt:lpstr>
      <vt:lpstr>Register Page</vt:lpstr>
      <vt:lpstr>PROJECT PROCESS</vt:lpstr>
      <vt:lpstr>PROJECT TOOLS AND TECHNOLOGIES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Eduwise_ppt</dc:title>
  <dc:creator>Aashutosh Verma</dc:creator>
  <cp:keywords>DAFp7cJ-764,BAE_iJH7W8g</cp:keywords>
  <cp:lastModifiedBy>Lucky Milak</cp:lastModifiedBy>
  <cp:revision>3</cp:revision>
  <dcterms:created xsi:type="dcterms:W3CDTF">2025-07-30T17:42:54Z</dcterms:created>
  <dcterms:modified xsi:type="dcterms:W3CDTF">2025-10-17T03:43:39Z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2023-07-31T00:00:00Z</vt:filetime>
  </property>
  <property fmtid="{D5CDD505-2E9C-101B-9397-08002B2CF9AE}" pid="3" name="Creator">
    <vt:lpwstr>Canva</vt:lpwstr>
  </property>
  <property fmtid="{D5CDD505-2E9C-101B-9397-08002B2CF9AE}" pid="4" name="LastSaved">
    <vt:filetime>2025-07-30T00:00:00Z</vt:filetime>
  </property>
  <property fmtid="{D5CDD505-2E9C-101B-9397-08002B2CF9AE}" pid="5" name="Producer">
    <vt:lpwstr>Canva</vt:lpwstr>
  </property>
</Properties>
</file>